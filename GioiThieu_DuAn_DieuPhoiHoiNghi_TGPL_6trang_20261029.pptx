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335c737266e4602" /><Relationship Type="http://schemas.openxmlformats.org/officeDocument/2006/relationships/extended-properties" Target="/docProps/app.xml" Id="R6b443c9b50334020" /><Relationship Type="http://schemas.openxmlformats.org/officeDocument/2006/relationships/officeDocument" Target="/ppt/presentation.xml" Id="R2d297e2710e346a3" /></Relationships>
</file>

<file path=ppt/presentation.xml><?xml version="1.0" encoding="utf-8"?>
<p:presentation xmlns:p="http://schemas.openxmlformats.org/presentationml/2006/main">
  <p:sldMasterIdLst>
    <p:sldMasterId xmlns:r="http://schemas.openxmlformats.org/officeDocument/2006/relationships" id="2147483648" r:id="R462924f60307438f"/>
  </p:sldMasterIdLst>
  <p:notesMasterIdLst>
    <p:notesMasterId xmlns:r="http://schemas.openxmlformats.org/officeDocument/2006/relationships" r:id="R6e48bc3893774873"/>
  </p:notesMasterIdLst>
  <p:sldIdLst>
    <p:sldId xmlns:r="http://schemas.openxmlformats.org/officeDocument/2006/relationships" id="256" r:id="Rc2472d534f604b18"/>
    <p:sldId xmlns:r="http://schemas.openxmlformats.org/officeDocument/2006/relationships" id="257" r:id="Rc582335f6d1249bc"/>
    <p:sldId xmlns:r="http://schemas.openxmlformats.org/officeDocument/2006/relationships" id="258" r:id="Rb894f5f419a74b76"/>
    <p:sldId xmlns:r="http://schemas.openxmlformats.org/officeDocument/2006/relationships" id="259" r:id="Rc15c75254ed24558"/>
    <p:sldId xmlns:r="http://schemas.openxmlformats.org/officeDocument/2006/relationships" id="260" r:id="R1307c79b449d4151"/>
    <p:sldId xmlns:r="http://schemas.openxmlformats.org/officeDocument/2006/relationships" id="261" r:id="R0eb046d53dce42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cb93fa59e914f81" /><Relationship Type="http://schemas.openxmlformats.org/officeDocument/2006/relationships/slideMaster" Target="/ppt/slideMasters/slideMaster1.xml" Id="R462924f60307438f" /><Relationship Type="http://schemas.openxmlformats.org/officeDocument/2006/relationships/notesMaster" Target="/ppt/notesMasters/notesMaster1.xml" Id="R6e48bc3893774873" /><Relationship Type="http://schemas.openxmlformats.org/officeDocument/2006/relationships/presProps" Target="/ppt/presProps.xml" Id="Rf3232e4b81bb4eb3" /><Relationship Type="http://schemas.openxmlformats.org/officeDocument/2006/relationships/tableStyles" Target="/ppt/tableStyles.xml" Id="R4a5c3bc01e0648ef" /><Relationship Type="http://schemas.openxmlformats.org/officeDocument/2006/relationships/slide" Target="/ppt/slides/slide1.xml" Id="Rc2472d534f604b18" /><Relationship Type="http://schemas.openxmlformats.org/officeDocument/2006/relationships/slide" Target="/ppt/slides/slide2.xml" Id="Rc582335f6d1249bc" /><Relationship Type="http://schemas.openxmlformats.org/officeDocument/2006/relationships/slide" Target="/ppt/slides/slide3.xml" Id="Rb894f5f419a74b76" /><Relationship Type="http://schemas.openxmlformats.org/officeDocument/2006/relationships/slide" Target="/ppt/slides/slide4.xml" Id="Rc15c75254ed24558" /><Relationship Type="http://schemas.openxmlformats.org/officeDocument/2006/relationships/slide" Target="/ppt/slides/slide5.xml" Id="R1307c79b449d4151" /><Relationship Type="http://schemas.openxmlformats.org/officeDocument/2006/relationships/slide" Target="/ppt/slides/slide6.xml" Id="R0eb046d53dce42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a28ad7e74d47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25ffc2921d449a" /><Relationship Type="http://schemas.openxmlformats.org/officeDocument/2006/relationships/notesMaster" Target="/ppt/notesMasters/notesMaster1.xml" Id="R0e2b572af30c40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c92484243547f0" /><Relationship Type="http://schemas.openxmlformats.org/officeDocument/2006/relationships/notesMaster" Target="/ppt/notesMasters/notesMaster1.xml" Id="R6d12ea26431d434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d8442ba0544572" /><Relationship Type="http://schemas.openxmlformats.org/officeDocument/2006/relationships/notesMaster" Target="/ppt/notesMasters/notesMaster1.xml" Id="R045cb34690f14b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283ff9abc14016" /><Relationship Type="http://schemas.openxmlformats.org/officeDocument/2006/relationships/notesMaster" Target="/ppt/notesMasters/notesMaster1.xml" Id="R508fad447c664b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7ca60b881a4c7d" /><Relationship Type="http://schemas.openxmlformats.org/officeDocument/2006/relationships/notesMaster" Target="/ppt/notesMasters/notesMaster1.xml" Id="R57cbb983f55642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a4ad847d5694cfd" /><Relationship Type="http://schemas.openxmlformats.org/officeDocument/2006/relationships/notesMaster" Target="/ppt/notesMasters/notesMaster1.xml" Id="R3fd404f0698448d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Dự án số hóa toàn bộ vòng đời một hội nghị trợ giúp pháp lý ngoài trụ sở: từ tiếp nhận nhu cầu, xếp lịch, phân công, kết nối người tham dự đến điểm danh và báo cáo. Điểm nhấn là AI hỗ trợ ra quyết định nhưng quyền phê duyệt vẫn thuộc admin.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vấn đề ở góc độ vận hành, không khẳng định đã đo được mức tiết kiệm. Nền tảng tạo một luồng thống nhất để cán bộ không phải ghép thông tin từ nhiều nơi.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phân luồng: phần đối chiếu lịch và hạn mức do backend thực hiện theo dữ liệu; Ollama hỗ trợ diễn đạt/tổng hợp. Ngày đơn vị đăng ký được ưu tiên nếu không có xung đột đã duyệt cùng đơn vị. Nếu thiếu người, hệ thống nêu vị trí còn thiếu để admin quyết định; không tự vượt hạn mức. Các giới hạn nhân sự áp dụng theo quy ước hiện hành của dự 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rõ hai chế độ: hội nghị công khai cho người dân và hồ sơ không công khai nhưng admin có thể chọn đơn vị được phép đăng ký. Mỗi bên nhìn thấy nội dung theo quyền được cấp. Đây là cách quy tụ người tham dự qua cùng một hồ sơ thay cho việc tổng hợp danh sách rời rạc.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Lướt qua các năng lực mà người dùng có thể nhìn thấy và thao tác: quản lý phân công, tệp đính kèm, đăng ký tham dự, điểm danh có tìm kiếm, xuất Excel, tra cứu đầu mối. Báo cáo phục vụ theo dõi, không thay thế xác nhận dữ liệu nghiệp vụ.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luận: chuyển đổi số ở đây là đưa dữ liệu, quy trình và các bên tham gia vào một luồng có thể theo dõi. Không nêu phần trăm tiết kiệm khi chưa có số đo; đề xuất dùng các chỉ số ở cột phải để đánh giá trong vận hành thử.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67099a6991438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7bff31c12c48a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36dc4abb7a42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1796377201431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33d2c8b55454b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23726d23224c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6FFC59-59F6-4C60-AA4E-B31455A8195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61B766-9FCB-40AB-B154-798863090D6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5B06AB-AE89-4EFE-BFE6-3F001F37A47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236F40-2B00-4741-BC95-3BD8421E03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2D8AC96-3766-43A5-A003-47A2EF471B4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9908B4D-8625-4DF4-A701-097FBF3306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068F44-7D45-40FA-93AB-F404F9ACB7D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73DC09C-84EF-4241-A515-BFC60CBB658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5E57248-AB30-4152-B650-9EC5882C72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D64884-A05D-4153-9415-A085CF0975B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bc5b896c746402f" /><Relationship Type="http://schemas.openxmlformats.org/officeDocument/2006/relationships/slideLayout" Target="/ppt/slideLayouts/slideLayout1.xml" Id="R6a60ef8c141e44f4" /><Relationship Type="http://schemas.openxmlformats.org/officeDocument/2006/relationships/slideLayout" Target="/ppt/slideLayouts/slideLayout2.xml" Id="R0b862bfd72c84b82" /><Relationship Type="http://schemas.openxmlformats.org/officeDocument/2006/relationships/slideLayout" Target="/ppt/slideLayouts/slideLayout3.xml" Id="R69c9ef62c6f04e3e" /><Relationship Type="http://schemas.openxmlformats.org/officeDocument/2006/relationships/slideLayout" Target="/ppt/slideLayouts/slideLayout4.xml" Id="Rf39794731b8048ef" /><Relationship Type="http://schemas.openxmlformats.org/officeDocument/2006/relationships/slideLayout" Target="/ppt/slideLayouts/slideLayout5.xml" Id="R032ca69f2d634d30" /><Relationship Type="http://schemas.openxmlformats.org/officeDocument/2006/relationships/slideLayout" Target="/ppt/slideLayouts/slideLayout6.xml" Id="R6658a8324a694f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0ef8c141e44f4"/>
    <p:sldLayoutId xmlns:r="http://schemas.openxmlformats.org/officeDocument/2006/relationships" id="2147483650" r:id="R0b862bfd72c84b82"/>
    <p:sldLayoutId xmlns:r="http://schemas.openxmlformats.org/officeDocument/2006/relationships" id="2147483651" r:id="R69c9ef62c6f04e3e"/>
    <p:sldLayoutId xmlns:r="http://schemas.openxmlformats.org/officeDocument/2006/relationships" id="2147483652" r:id="Rf39794731b8048ef"/>
    <p:sldLayoutId xmlns:r="http://schemas.openxmlformats.org/officeDocument/2006/relationships" id="2147483653" r:id="R032ca69f2d634d30"/>
    <p:sldLayoutId xmlns:r="http://schemas.openxmlformats.org/officeDocument/2006/relationships" id="2147483654" r:id="R6658a8324a694f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0ef9549c5c44993" /><Relationship Type="http://schemas.openxmlformats.org/officeDocument/2006/relationships/notesSlide" Target="/ppt/notesSlides/notesSlide1.xml" Id="Ra7f743f5508c4e4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3dc65b51ac2428f" /><Relationship Type="http://schemas.openxmlformats.org/officeDocument/2006/relationships/notesSlide" Target="/ppt/notesSlides/notesSlide2.xml" Id="R1bcc3a0a19304e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2f7c7e58b60449e" /><Relationship Type="http://schemas.openxmlformats.org/officeDocument/2006/relationships/notesSlide" Target="/ppt/notesSlides/notesSlide3.xml" Id="R3d96311031bf47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22f118de0f4afb" /><Relationship Type="http://schemas.openxmlformats.org/officeDocument/2006/relationships/notesSlide" Target="/ppt/notesSlides/notesSlide4.xml" Id="R765af9d121904f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e92d14f868047bf" /><Relationship Type="http://schemas.openxmlformats.org/officeDocument/2006/relationships/notesSlide" Target="/ppt/notesSlides/notesSlide5.xml" Id="R89d1c66672ca44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fc91002869e42df" /><Relationship Type="http://schemas.openxmlformats.org/officeDocument/2006/relationships/notesSlide" Target="/ppt/notesSlides/notesSlide6.xml" Id="R1fae9c3efb0c45ec"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54708C1-DC3E-4E66-A7B3-4E89ABF5323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796A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7F0CA0-A8DC-4D41-8D53-CFFAEBEAAA64}"/>
              </a:ext>
            </a:extLst>
          </p:cNvPr>
          <p:cNvSpPr>
            <a:spLocks xmlns:a="http://schemas.openxmlformats.org/drawingml/2006/main" noGrp="1"/>
          </p:cNvSpPr>
          <p:nvPr/>
        </p:nvSpPr>
        <p:spPr>
          <a:xfrm xmlns:a="http://schemas.openxmlformats.org/drawingml/2006/main">
            <a:off x="7715250" y="0"/>
            <a:ext cx="4476750" cy="6858000"/>
          </a:xfrm>
          <a:prstGeom xmlns:a="http://schemas.openxmlformats.org/drawingml/2006/main" prst="rect">
            <a:avLst/>
          </a:prstGeom>
          <a:solidFill xmlns:a="http://schemas.openxmlformats.org/drawingml/2006/main">
            <a:srgbClr val="1769A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493B6C-9DB3-4B42-B47E-6C0201D4035F}"/>
              </a:ext>
            </a:extLst>
          </p:cNvPr>
          <p:cNvSpPr>
            <a:spLocks xmlns:a="http://schemas.openxmlformats.org/drawingml/2006/main" noGrp="1"/>
          </p:cNvSpPr>
          <p:nvPr/>
        </p:nvSpPr>
        <p:spPr>
          <a:xfrm xmlns:a="http://schemas.openxmlformats.org/drawingml/2006/main">
            <a:off x="8477250" y="0"/>
            <a:ext cx="3714750" cy="6858000"/>
          </a:xfrm>
          <a:prstGeom xmlns:a="http://schemas.openxmlformats.org/drawingml/2006/main" prst="rect">
            <a:avLst/>
          </a:prstGeom>
          <a:ln xmlns:a="http://schemas.openxmlformats.org/drawingml/2006/main" w="0">
            <a:solidFill>
              <a:srgbClr val="0796A3"/>
            </a:solidFill>
            <a:prstDash val="solid"/>
          </a:ln>
        </p:spPr>
      </p:sp>
      <p:sp>
        <p:nvSpPr>
          <p:cNvPr id="4" name="">
            <a:extLst xmlns:a="http://schemas.openxmlformats.org/drawingml/2006/main">
              <a:ext uri="{FF2B5EF4-FFF2-40B4-BE49-F238E27FC236}">
                <a16:creationId xmlns:a16="http://schemas.microsoft.com/office/drawing/2014/main" id="{3FA701D3-DB88-454D-B925-5E9467A231B9}"/>
              </a:ext>
            </a:extLst>
          </p:cNvPr>
          <p:cNvSpPr>
            <a:spLocks xmlns:a="http://schemas.openxmlformats.org/drawingml/2006/main" noGrp="1"/>
          </p:cNvSpPr>
          <p:nvPr/>
        </p:nvSpPr>
        <p:spPr>
          <a:xfrm xmlns:a="http://schemas.openxmlformats.org/drawingml/2006/main">
            <a:off x="9620250" y="0"/>
            <a:ext cx="2571750" cy="68580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F115B59-258E-4100-8657-61E82163630D}"/>
              </a:ext>
            </a:extLst>
          </p:cNvPr>
          <p:cNvSpPr>
            <a:spLocks xmlns:a="http://schemas.openxmlformats.org/drawingml/2006/main" noGrp="1"/>
          </p:cNvSpPr>
          <p:nvPr/>
        </p:nvSpPr>
        <p:spPr>
          <a:xfrm xmlns:a="http://schemas.openxmlformats.org/drawingml/2006/main" flipH="0">
            <a:off x="8896350" y="1885950"/>
            <a:ext cx="1533525" cy="990600"/>
          </a:xfrm>
          <a:prstGeom xmlns:a="http://schemas.openxmlformats.org/drawingml/2006/main" prst="line">
            <a:avLst/>
          </a:prstGeom>
          <a:noFill xmlns:a="http://schemas.openxmlformats.org/drawingml/2006/main"/>
          <a:ln xmlns:a="http://schemas.openxmlformats.org/drawingml/2006/main" w="19050">
            <a:solidFill>
              <a:srgbClr val="8EDBDD"/>
            </a:solidFill>
            <a:prstDash val="solid"/>
          </a:ln>
        </p:spPr>
      </p:sp>
      <p:sp>
        <p:nvSpPr>
          <p:cNvPr id="6" name="">
            <a:extLst xmlns:a="http://schemas.openxmlformats.org/drawingml/2006/main">
              <a:ext uri="{FF2B5EF4-FFF2-40B4-BE49-F238E27FC236}">
                <a16:creationId xmlns:a16="http://schemas.microsoft.com/office/drawing/2014/main" id="{0B605255-A5C6-4912-B00C-AA2C72968AA5}"/>
              </a:ext>
            </a:extLst>
          </p:cNvPr>
          <p:cNvSpPr>
            <a:spLocks xmlns:a="http://schemas.openxmlformats.org/drawingml/2006/main" noGrp="1"/>
          </p:cNvSpPr>
          <p:nvPr/>
        </p:nvSpPr>
        <p:spPr>
          <a:xfrm xmlns:a="http://schemas.openxmlformats.org/drawingml/2006/main" flipH="1">
            <a:off x="9067800" y="2876550"/>
            <a:ext cx="1362075" cy="1447800"/>
          </a:xfrm>
          <a:prstGeom xmlns:a="http://schemas.openxmlformats.org/drawingml/2006/main" prst="line">
            <a:avLst/>
          </a:prstGeom>
          <a:noFill xmlns:a="http://schemas.openxmlformats.org/drawingml/2006/main"/>
          <a:ln xmlns:a="http://schemas.openxmlformats.org/drawingml/2006/main" w="19050">
            <a:solidFill>
              <a:srgbClr val="8EDBDD"/>
            </a:solidFill>
            <a:prstDash val="solid"/>
          </a:ln>
        </p:spPr>
      </p:sp>
      <p:sp>
        <p:nvSpPr>
          <p:cNvPr id="7" name="">
            <a:extLst xmlns:a="http://schemas.openxmlformats.org/drawingml/2006/main">
              <a:ext uri="{FF2B5EF4-FFF2-40B4-BE49-F238E27FC236}">
                <a16:creationId xmlns:a16="http://schemas.microsoft.com/office/drawing/2014/main" id="{B3461703-06D6-4A3E-A0B0-E1C08F98E76F}"/>
              </a:ext>
            </a:extLst>
          </p:cNvPr>
          <p:cNvSpPr>
            <a:spLocks xmlns:a="http://schemas.openxmlformats.org/drawingml/2006/main" noGrp="1"/>
          </p:cNvSpPr>
          <p:nvPr/>
        </p:nvSpPr>
        <p:spPr>
          <a:xfrm xmlns:a="http://schemas.openxmlformats.org/drawingml/2006/main" flipH="0">
            <a:off x="9067800" y="4324350"/>
            <a:ext cx="2057400" cy="628650"/>
          </a:xfrm>
          <a:prstGeom xmlns:a="http://schemas.openxmlformats.org/drawingml/2006/main" prst="line">
            <a:avLst/>
          </a:prstGeom>
          <a:noFill xmlns:a="http://schemas.openxmlformats.org/drawingml/2006/main"/>
          <a:ln xmlns:a="http://schemas.openxmlformats.org/drawingml/2006/main" w="19050">
            <a:solidFill>
              <a:srgbClr val="8EDBDD"/>
            </a:solidFill>
            <a:prstDash val="solid"/>
          </a:ln>
        </p:spPr>
      </p:sp>
      <p:sp>
        <p:nvSpPr>
          <p:cNvPr id="8" name="">
            <a:extLst xmlns:a="http://schemas.openxmlformats.org/drawingml/2006/main">
              <a:ext uri="{FF2B5EF4-FFF2-40B4-BE49-F238E27FC236}">
                <a16:creationId xmlns:a16="http://schemas.microsoft.com/office/drawing/2014/main" id="{4A317884-857B-4BCD-AF4E-23045D40DDEF}"/>
              </a:ext>
            </a:extLst>
          </p:cNvPr>
          <p:cNvSpPr>
            <a:spLocks xmlns:a="http://schemas.openxmlformats.org/drawingml/2006/main" noGrp="1"/>
          </p:cNvSpPr>
          <p:nvPr/>
        </p:nvSpPr>
        <p:spPr>
          <a:xfrm xmlns:a="http://schemas.openxmlformats.org/drawingml/2006/main" flipH="1">
            <a:off x="10429875" y="1314450"/>
            <a:ext cx="161925" cy="1562100"/>
          </a:xfrm>
          <a:prstGeom xmlns:a="http://schemas.openxmlformats.org/drawingml/2006/main" prst="line">
            <a:avLst/>
          </a:prstGeom>
          <a:noFill xmlns:a="http://schemas.openxmlformats.org/drawingml/2006/main"/>
          <a:ln xmlns:a="http://schemas.openxmlformats.org/drawingml/2006/main" w="19050">
            <a:solidFill>
              <a:srgbClr val="8EDBDD"/>
            </a:solidFill>
            <a:prstDash val="solid"/>
          </a:ln>
        </p:spPr>
      </p:sp>
      <p:sp>
        <p:nvSpPr>
          <p:cNvPr id="9" name="">
            <a:extLst xmlns:a="http://schemas.openxmlformats.org/drawingml/2006/main">
              <a:ext uri="{FF2B5EF4-FFF2-40B4-BE49-F238E27FC236}">
                <a16:creationId xmlns:a16="http://schemas.microsoft.com/office/drawing/2014/main" id="{358B7609-5B65-41B8-8352-04626A1FA829}"/>
              </a:ext>
            </a:extLst>
          </p:cNvPr>
          <p:cNvSpPr>
            <a:spLocks xmlns:a="http://schemas.openxmlformats.org/drawingml/2006/main" noGrp="1"/>
          </p:cNvSpPr>
          <p:nvPr/>
        </p:nvSpPr>
        <p:spPr>
          <a:xfrm xmlns:a="http://schemas.openxmlformats.org/drawingml/2006/main" flipH="0">
            <a:off x="8896350" y="1885950"/>
            <a:ext cx="171450" cy="2438400"/>
          </a:xfrm>
          <a:prstGeom xmlns:a="http://schemas.openxmlformats.org/drawingml/2006/main" prst="line">
            <a:avLst/>
          </a:prstGeom>
          <a:noFill xmlns:a="http://schemas.openxmlformats.org/drawingml/2006/main"/>
          <a:ln xmlns:a="http://schemas.openxmlformats.org/drawingml/2006/main" w="19050">
            <a:solidFill>
              <a:srgbClr val="8EDBDD"/>
            </a:solidFill>
            <a:prstDash val="solid"/>
          </a:ln>
        </p:spPr>
      </p:sp>
      <p:sp>
        <p:nvSpPr>
          <p:cNvPr id="10" name="">
            <a:extLst xmlns:a="http://schemas.openxmlformats.org/drawingml/2006/main">
              <a:ext uri="{FF2B5EF4-FFF2-40B4-BE49-F238E27FC236}">
                <a16:creationId xmlns:a16="http://schemas.microsoft.com/office/drawing/2014/main" id="{C12A5167-E9D5-41ED-946E-EFF90F61C26E}"/>
              </a:ext>
            </a:extLst>
          </p:cNvPr>
          <p:cNvSpPr>
            <a:spLocks xmlns:a="http://schemas.openxmlformats.org/drawingml/2006/main" noGrp="1"/>
          </p:cNvSpPr>
          <p:nvPr/>
        </p:nvSpPr>
        <p:spPr>
          <a:xfrm xmlns:a="http://schemas.openxmlformats.org/drawingml/2006/main">
            <a:off x="8677275" y="1666875"/>
            <a:ext cx="438150" cy="4381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0386BF-7D49-4200-AB31-9EEB339F9665}"/>
              </a:ext>
            </a:extLst>
          </p:cNvPr>
          <p:cNvSpPr>
            <a:spLocks xmlns:a="http://schemas.openxmlformats.org/drawingml/2006/main" noGrp="1"/>
          </p:cNvSpPr>
          <p:nvPr/>
        </p:nvSpPr>
        <p:spPr>
          <a:xfrm xmlns:a="http://schemas.openxmlformats.org/drawingml/2006/main">
            <a:off x="10067925" y="2514600"/>
            <a:ext cx="723900" cy="723900"/>
          </a:xfrm>
          <a:prstGeom xmlns:a="http://schemas.openxmlformats.org/drawingml/2006/main" prst="ellipse">
            <a:avLst/>
          </a:prstGeom>
          <a:solidFill xmlns:a="http://schemas.openxmlformats.org/drawingml/2006/main">
            <a:srgbClr val="E4B64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E11A9AC-33FE-47B7-9B27-4C0B5797C569}"/>
              </a:ext>
            </a:extLst>
          </p:cNvPr>
          <p:cNvSpPr>
            <a:spLocks xmlns:a="http://schemas.openxmlformats.org/drawingml/2006/main" noGrp="1"/>
          </p:cNvSpPr>
          <p:nvPr/>
        </p:nvSpPr>
        <p:spPr>
          <a:xfrm xmlns:a="http://schemas.openxmlformats.org/drawingml/2006/main">
            <a:off x="8848725" y="4105275"/>
            <a:ext cx="438150" cy="4381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591BB8-F11F-4304-A310-EB01DACC9EBF}"/>
              </a:ext>
            </a:extLst>
          </p:cNvPr>
          <p:cNvSpPr>
            <a:spLocks xmlns:a="http://schemas.openxmlformats.org/drawingml/2006/main" noGrp="1"/>
          </p:cNvSpPr>
          <p:nvPr/>
        </p:nvSpPr>
        <p:spPr>
          <a:xfrm xmlns:a="http://schemas.openxmlformats.org/drawingml/2006/main">
            <a:off x="10906125" y="4733925"/>
            <a:ext cx="438150" cy="4381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C4C46F-CF4F-40DD-8A67-CE6155CB702A}"/>
              </a:ext>
            </a:extLst>
          </p:cNvPr>
          <p:cNvSpPr>
            <a:spLocks xmlns:a="http://schemas.openxmlformats.org/drawingml/2006/main" noGrp="1"/>
          </p:cNvSpPr>
          <p:nvPr/>
        </p:nvSpPr>
        <p:spPr>
          <a:xfrm xmlns:a="http://schemas.openxmlformats.org/drawingml/2006/main">
            <a:off x="10372725" y="1095375"/>
            <a:ext cx="438150" cy="4381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E9823E5-148F-4A84-B41B-6387DB8C4E5D}"/>
              </a:ext>
            </a:extLst>
          </p:cNvPr>
          <p:cNvSpPr>
            <a:spLocks xmlns:a="http://schemas.openxmlformats.org/drawingml/2006/main" noGrp="1"/>
          </p:cNvSpPr>
          <p:nvPr/>
        </p:nvSpPr>
        <p:spPr>
          <a:xfrm xmlns:a="http://schemas.openxmlformats.org/drawingml/2006/main">
            <a:off x="10096500" y="26289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400" b="1">
                <a:solidFill>
                  <a:srgbClr val="102A43"/>
                </a:solidFill>
                <a:latin typeface="Arial"/>
                <a:ea typeface="Arial"/>
                <a:cs typeface="Arial"/>
              </a:defRPr>
            </a:defPPr>
            <a:lvl1pPr algn="ctr">
              <a:buNone/>
              <a:defRPr sz="2400" b="1">
                <a:solidFill>
                  <a:srgbClr val="102A43"/>
                </a:solidFill>
                <a:latin typeface="Arial"/>
                <a:ea typeface="Arial"/>
                <a:cs typeface="Arial"/>
              </a:defRPr>
            </a:lvl1pPr>
            <a:lvl2pPr algn="ctr">
              <a:buNone/>
              <a:defRPr sz="2400" b="1">
                <a:solidFill>
                  <a:srgbClr val="102A43"/>
                </a:solidFill>
                <a:latin typeface="Arial"/>
                <a:ea typeface="Arial"/>
                <a:cs typeface="Arial"/>
              </a:defRPr>
            </a:lvl2pPr>
            <a:lvl3pPr algn="ctr">
              <a:buNone/>
              <a:defRPr sz="2400" b="1">
                <a:solidFill>
                  <a:srgbClr val="102A43"/>
                </a:solidFill>
                <a:latin typeface="Arial"/>
                <a:ea typeface="Arial"/>
                <a:cs typeface="Arial"/>
              </a:defRPr>
            </a:lvl3pPr>
            <a:lvl4pPr algn="ctr">
              <a:buNone/>
              <a:defRPr sz="2400" b="1">
                <a:solidFill>
                  <a:srgbClr val="102A43"/>
                </a:solidFill>
                <a:latin typeface="Arial"/>
                <a:ea typeface="Arial"/>
                <a:cs typeface="Arial"/>
              </a:defRPr>
            </a:lvl4pPr>
            <a:lvl5pPr algn="ctr">
              <a:buNone/>
              <a:defRPr sz="2400" b="1">
                <a:solidFill>
                  <a:srgbClr val="102A43"/>
                </a:solidFill>
                <a:latin typeface="Arial"/>
                <a:ea typeface="Arial"/>
                <a:cs typeface="Arial"/>
              </a:defRPr>
            </a:lvl5pPr>
            <a:lvl6pPr algn="ctr">
              <a:buNone/>
              <a:defRPr sz="2400" b="1">
                <a:solidFill>
                  <a:srgbClr val="102A43"/>
                </a:solidFill>
                <a:latin typeface="Arial"/>
                <a:ea typeface="Arial"/>
                <a:cs typeface="Arial"/>
              </a:defRPr>
            </a:lvl6pPr>
            <a:lvl7pPr algn="ctr">
              <a:buNone/>
              <a:defRPr sz="2400" b="1">
                <a:solidFill>
                  <a:srgbClr val="102A43"/>
                </a:solidFill>
                <a:latin typeface="Arial"/>
                <a:ea typeface="Arial"/>
                <a:cs typeface="Arial"/>
              </a:defRPr>
            </a:lvl7pPr>
            <a:lvl8pPr algn="ctr">
              <a:buNone/>
              <a:defRPr sz="2400" b="1">
                <a:solidFill>
                  <a:srgbClr val="102A43"/>
                </a:solidFill>
                <a:latin typeface="Arial"/>
                <a:ea typeface="Arial"/>
                <a:cs typeface="Arial"/>
              </a:defRPr>
            </a:lvl8pPr>
            <a:lvl9pPr algn="ctr">
              <a:buNone/>
              <a:defRPr sz="2400" b="1">
                <a:solidFill>
                  <a:srgbClr val="102A43"/>
                </a:solidFill>
                <a:latin typeface="Arial"/>
                <a:ea typeface="Arial"/>
                <a:cs typeface="Arial"/>
              </a:defRPr>
            </a:lvl9pPr>
          </a:lstStyle>
          <a:p xmlns:a="http://schemas.openxmlformats.org/drawingml/2006/main">
            <a:pPr algn="ctr">
              <a:lnSpc>
                <a:spcPct val="105000"/>
              </a:lnSpc>
              <a:buNone/>
              <a:defRPr sz="2400" b="1">
                <a:solidFill>
                  <a:srgbClr val="102A43"/>
                </a:solidFill>
                <a:latin typeface="Arial"/>
                <a:ea typeface="Arial"/>
                <a:cs typeface="Arial"/>
              </a:defRPr>
            </a:pPr>
            <a:r>
              <a:rPr sz="2400" b="1">
                <a:solidFill>
                  <a:srgbClr val="102A43"/>
                </a:solidFill>
                <a:latin typeface="Arial"/>
                <a:ea typeface="Arial"/>
                <a:cs typeface="Arial"/>
              </a:rPr>
              <a:t>AI</a:t>
            </a:r>
          </a:p>
        </p:txBody>
      </p:sp>
      <p:sp>
        <p:nvSpPr>
          <p:cNvPr id="16" name="">
            <a:extLst xmlns:a="http://schemas.openxmlformats.org/drawingml/2006/main">
              <a:ext uri="{FF2B5EF4-FFF2-40B4-BE49-F238E27FC236}">
                <a16:creationId xmlns:a16="http://schemas.microsoft.com/office/drawing/2014/main" id="{039CE857-0043-49F6-9911-FB815A5B3180}"/>
              </a:ext>
            </a:extLst>
          </p:cNvPr>
          <p:cNvSpPr>
            <a:spLocks xmlns:a="http://schemas.openxmlformats.org/drawingml/2006/main" noGrp="1"/>
          </p:cNvSpPr>
          <p:nvPr/>
        </p:nvSpPr>
        <p:spPr>
          <a:xfrm xmlns:a="http://schemas.openxmlformats.org/drawingml/2006/main">
            <a:off x="666750" y="7048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8F1F1"/>
                </a:solidFill>
                <a:latin typeface="Arial"/>
                <a:ea typeface="Arial"/>
                <a:cs typeface="Arial"/>
              </a:defRPr>
            </a:defPPr>
            <a:lvl1pPr algn="l">
              <a:buNone/>
              <a:defRPr sz="1125" b="1">
                <a:solidFill>
                  <a:srgbClr val="C8F1F1"/>
                </a:solidFill>
                <a:latin typeface="Arial"/>
                <a:ea typeface="Arial"/>
                <a:cs typeface="Arial"/>
              </a:defRPr>
            </a:lvl1pPr>
            <a:lvl2pPr algn="l">
              <a:buNone/>
              <a:defRPr sz="1125" b="1">
                <a:solidFill>
                  <a:srgbClr val="C8F1F1"/>
                </a:solidFill>
                <a:latin typeface="Arial"/>
                <a:ea typeface="Arial"/>
                <a:cs typeface="Arial"/>
              </a:defRPr>
            </a:lvl2pPr>
            <a:lvl3pPr algn="l">
              <a:buNone/>
              <a:defRPr sz="1125" b="1">
                <a:solidFill>
                  <a:srgbClr val="C8F1F1"/>
                </a:solidFill>
                <a:latin typeface="Arial"/>
                <a:ea typeface="Arial"/>
                <a:cs typeface="Arial"/>
              </a:defRPr>
            </a:lvl3pPr>
            <a:lvl4pPr algn="l">
              <a:buNone/>
              <a:defRPr sz="1125" b="1">
                <a:solidFill>
                  <a:srgbClr val="C8F1F1"/>
                </a:solidFill>
                <a:latin typeface="Arial"/>
                <a:ea typeface="Arial"/>
                <a:cs typeface="Arial"/>
              </a:defRPr>
            </a:lvl4pPr>
            <a:lvl5pPr algn="l">
              <a:buNone/>
              <a:defRPr sz="1125" b="1">
                <a:solidFill>
                  <a:srgbClr val="C8F1F1"/>
                </a:solidFill>
                <a:latin typeface="Arial"/>
                <a:ea typeface="Arial"/>
                <a:cs typeface="Arial"/>
              </a:defRPr>
            </a:lvl5pPr>
            <a:lvl6pPr algn="l">
              <a:buNone/>
              <a:defRPr sz="1125" b="1">
                <a:solidFill>
                  <a:srgbClr val="C8F1F1"/>
                </a:solidFill>
                <a:latin typeface="Arial"/>
                <a:ea typeface="Arial"/>
                <a:cs typeface="Arial"/>
              </a:defRPr>
            </a:lvl6pPr>
            <a:lvl7pPr algn="l">
              <a:buNone/>
              <a:defRPr sz="1125" b="1">
                <a:solidFill>
                  <a:srgbClr val="C8F1F1"/>
                </a:solidFill>
                <a:latin typeface="Arial"/>
                <a:ea typeface="Arial"/>
                <a:cs typeface="Arial"/>
              </a:defRPr>
            </a:lvl7pPr>
            <a:lvl8pPr algn="l">
              <a:buNone/>
              <a:defRPr sz="1125" b="1">
                <a:solidFill>
                  <a:srgbClr val="C8F1F1"/>
                </a:solidFill>
                <a:latin typeface="Arial"/>
                <a:ea typeface="Arial"/>
                <a:cs typeface="Arial"/>
              </a:defRPr>
            </a:lvl8pPr>
            <a:lvl9pPr algn="l">
              <a:buNone/>
              <a:defRPr sz="1125" b="1">
                <a:solidFill>
                  <a:srgbClr val="C8F1F1"/>
                </a:solidFill>
                <a:latin typeface="Arial"/>
                <a:ea typeface="Arial"/>
                <a:cs typeface="Arial"/>
              </a:defRPr>
            </a:lvl9pPr>
          </a:lstStyle>
          <a:p xmlns:a="http://schemas.openxmlformats.org/drawingml/2006/main">
            <a:pPr algn="l">
              <a:lnSpc>
                <a:spcPct val="105000"/>
              </a:lnSpc>
              <a:buNone/>
              <a:defRPr sz="1125" b="1">
                <a:solidFill>
                  <a:srgbClr val="C8F1F1"/>
                </a:solidFill>
                <a:latin typeface="Arial"/>
                <a:ea typeface="Arial"/>
                <a:cs typeface="Arial"/>
              </a:defRPr>
            </a:pPr>
            <a:r>
              <a:rPr sz="1125" b="1">
                <a:solidFill>
                  <a:srgbClr val="C8F1F1"/>
                </a:solidFill>
                <a:latin typeface="Arial"/>
                <a:ea typeface="Arial"/>
                <a:cs typeface="Arial"/>
              </a:rPr>
              <a:t>ĐIỀU PHỐI HỘI NGHỊ · ĐỒNG NAI</a:t>
            </a:r>
          </a:p>
        </p:txBody>
      </p:sp>
      <p:sp>
        <p:nvSpPr>
          <p:cNvPr id="17" name="">
            <a:extLst xmlns:a="http://schemas.openxmlformats.org/drawingml/2006/main">
              <a:ext uri="{FF2B5EF4-FFF2-40B4-BE49-F238E27FC236}">
                <a16:creationId xmlns:a16="http://schemas.microsoft.com/office/drawing/2014/main" id="{B6FB3D1D-C42B-41E8-8601-A0BA49171732}"/>
              </a:ext>
            </a:extLst>
          </p:cNvPr>
          <p:cNvSpPr>
            <a:spLocks xmlns:a="http://schemas.openxmlformats.org/drawingml/2006/main" noGrp="1"/>
          </p:cNvSpPr>
          <p:nvPr/>
        </p:nvSpPr>
        <p:spPr>
          <a:xfrm xmlns:a="http://schemas.openxmlformats.org/drawingml/2006/main">
            <a:off x="666750" y="1543050"/>
            <a:ext cx="6762750" cy="2266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1">
                <a:solidFill>
                  <a:srgbClr val="FFFFFF"/>
                </a:solidFill>
                <a:latin typeface="Arial"/>
                <a:ea typeface="Arial"/>
                <a:cs typeface="Arial"/>
              </a:defRPr>
            </a:defPPr>
            <a:lvl1pPr algn="l">
              <a:buNone/>
              <a:defRPr sz="3600" b="1">
                <a:solidFill>
                  <a:srgbClr val="FFFFFF"/>
                </a:solidFill>
                <a:latin typeface="Arial"/>
                <a:ea typeface="Arial"/>
                <a:cs typeface="Arial"/>
              </a:defRPr>
            </a:lvl1pPr>
            <a:lvl2pPr algn="l">
              <a:buNone/>
              <a:defRPr sz="3600" b="1">
                <a:solidFill>
                  <a:srgbClr val="FFFFFF"/>
                </a:solidFill>
                <a:latin typeface="Arial"/>
                <a:ea typeface="Arial"/>
                <a:cs typeface="Arial"/>
              </a:defRPr>
            </a:lvl2pPr>
            <a:lvl3pPr algn="l">
              <a:buNone/>
              <a:defRPr sz="3600" b="1">
                <a:solidFill>
                  <a:srgbClr val="FFFFFF"/>
                </a:solidFill>
                <a:latin typeface="Arial"/>
                <a:ea typeface="Arial"/>
                <a:cs typeface="Arial"/>
              </a:defRPr>
            </a:lvl3pPr>
            <a:lvl4pPr algn="l">
              <a:buNone/>
              <a:defRPr sz="3600" b="1">
                <a:solidFill>
                  <a:srgbClr val="FFFFFF"/>
                </a:solidFill>
                <a:latin typeface="Arial"/>
                <a:ea typeface="Arial"/>
                <a:cs typeface="Arial"/>
              </a:defRPr>
            </a:lvl4pPr>
            <a:lvl5pPr algn="l">
              <a:buNone/>
              <a:defRPr sz="3600" b="1">
                <a:solidFill>
                  <a:srgbClr val="FFFFFF"/>
                </a:solidFill>
                <a:latin typeface="Arial"/>
                <a:ea typeface="Arial"/>
                <a:cs typeface="Arial"/>
              </a:defRPr>
            </a:lvl5pPr>
            <a:lvl6pPr algn="l">
              <a:buNone/>
              <a:defRPr sz="3600" b="1">
                <a:solidFill>
                  <a:srgbClr val="FFFFFF"/>
                </a:solidFill>
                <a:latin typeface="Arial"/>
                <a:ea typeface="Arial"/>
                <a:cs typeface="Arial"/>
              </a:defRPr>
            </a:lvl6pPr>
            <a:lvl7pPr algn="l">
              <a:buNone/>
              <a:defRPr sz="3600" b="1">
                <a:solidFill>
                  <a:srgbClr val="FFFFFF"/>
                </a:solidFill>
                <a:latin typeface="Arial"/>
                <a:ea typeface="Arial"/>
                <a:cs typeface="Arial"/>
              </a:defRPr>
            </a:lvl7pPr>
            <a:lvl8pPr algn="l">
              <a:buNone/>
              <a:defRPr sz="3600" b="1">
                <a:solidFill>
                  <a:srgbClr val="FFFFFF"/>
                </a:solidFill>
                <a:latin typeface="Arial"/>
                <a:ea typeface="Arial"/>
                <a:cs typeface="Arial"/>
              </a:defRPr>
            </a:lvl8pPr>
            <a:lvl9pPr algn="l">
              <a:buNone/>
              <a:defRPr sz="3600" b="1">
                <a:solidFill>
                  <a:srgbClr val="FFFFFF"/>
                </a:solidFill>
                <a:latin typeface="Arial"/>
                <a:ea typeface="Arial"/>
                <a:cs typeface="Arial"/>
              </a:defRPr>
            </a:lvl9pPr>
          </a:lstStyle>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Kết nối nhu cầu.</a:t>
            </a:r>
          </a:p>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Tổ chức khả thi.</a:t>
            </a:r>
          </a:p>
          <a:p xmlns:a="http://schemas.openxmlformats.org/drawingml/2006/main">
            <a:pPr algn="l">
              <a:lnSpc>
                <a:spcPct val="108000"/>
              </a:lnSpc>
              <a:buNone/>
              <a:defRPr sz="3600" b="1">
                <a:solidFill>
                  <a:srgbClr val="FFFFFF"/>
                </a:solidFill>
                <a:latin typeface="Arial"/>
                <a:ea typeface="Arial"/>
                <a:cs typeface="Arial"/>
              </a:defRPr>
            </a:pPr>
            <a:r>
              <a:rPr sz="3600" b="1">
                <a:solidFill>
                  <a:srgbClr val="FFFFFF"/>
                </a:solidFill>
                <a:latin typeface="Arial"/>
                <a:ea typeface="Arial"/>
                <a:cs typeface="Arial"/>
              </a:rPr>
              <a:t>Theo dõi minh bạch.</a:t>
            </a:r>
          </a:p>
        </p:txBody>
      </p:sp>
      <p:sp>
        <p:nvSpPr>
          <p:cNvPr id="18" name="">
            <a:extLst xmlns:a="http://schemas.openxmlformats.org/drawingml/2006/main">
              <a:ext uri="{FF2B5EF4-FFF2-40B4-BE49-F238E27FC236}">
                <a16:creationId xmlns:a16="http://schemas.microsoft.com/office/drawing/2014/main" id="{C9C93E08-A5BF-40F0-B435-25528415B790}"/>
              </a:ext>
            </a:extLst>
          </p:cNvPr>
          <p:cNvSpPr>
            <a:spLocks xmlns:a="http://schemas.openxmlformats.org/drawingml/2006/main" noGrp="1"/>
          </p:cNvSpPr>
          <p:nvPr/>
        </p:nvSpPr>
        <p:spPr>
          <a:xfrm xmlns:a="http://schemas.openxmlformats.org/drawingml/2006/main">
            <a:off x="704850" y="4114800"/>
            <a:ext cx="6477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D4E3EC"/>
                </a:solidFill>
                <a:latin typeface="Arial"/>
                <a:ea typeface="Arial"/>
                <a:cs typeface="Arial"/>
              </a:defRPr>
            </a:defPPr>
            <a:lvl1pPr algn="l">
              <a:buNone/>
              <a:defRPr sz="1650" b="0">
                <a:solidFill>
                  <a:srgbClr val="D4E3EC"/>
                </a:solidFill>
                <a:latin typeface="Arial"/>
                <a:ea typeface="Arial"/>
                <a:cs typeface="Arial"/>
              </a:defRPr>
            </a:lvl1pPr>
            <a:lvl2pPr algn="l">
              <a:buNone/>
              <a:defRPr sz="1650" b="0">
                <a:solidFill>
                  <a:srgbClr val="D4E3EC"/>
                </a:solidFill>
                <a:latin typeface="Arial"/>
                <a:ea typeface="Arial"/>
                <a:cs typeface="Arial"/>
              </a:defRPr>
            </a:lvl2pPr>
            <a:lvl3pPr algn="l">
              <a:buNone/>
              <a:defRPr sz="1650" b="0">
                <a:solidFill>
                  <a:srgbClr val="D4E3EC"/>
                </a:solidFill>
                <a:latin typeface="Arial"/>
                <a:ea typeface="Arial"/>
                <a:cs typeface="Arial"/>
              </a:defRPr>
            </a:lvl3pPr>
            <a:lvl4pPr algn="l">
              <a:buNone/>
              <a:defRPr sz="1650" b="0">
                <a:solidFill>
                  <a:srgbClr val="D4E3EC"/>
                </a:solidFill>
                <a:latin typeface="Arial"/>
                <a:ea typeface="Arial"/>
                <a:cs typeface="Arial"/>
              </a:defRPr>
            </a:lvl4pPr>
            <a:lvl5pPr algn="l">
              <a:buNone/>
              <a:defRPr sz="1650" b="0">
                <a:solidFill>
                  <a:srgbClr val="D4E3EC"/>
                </a:solidFill>
                <a:latin typeface="Arial"/>
                <a:ea typeface="Arial"/>
                <a:cs typeface="Arial"/>
              </a:defRPr>
            </a:lvl5pPr>
            <a:lvl6pPr algn="l">
              <a:buNone/>
              <a:defRPr sz="1650" b="0">
                <a:solidFill>
                  <a:srgbClr val="D4E3EC"/>
                </a:solidFill>
                <a:latin typeface="Arial"/>
                <a:ea typeface="Arial"/>
                <a:cs typeface="Arial"/>
              </a:defRPr>
            </a:lvl6pPr>
            <a:lvl7pPr algn="l">
              <a:buNone/>
              <a:defRPr sz="1650" b="0">
                <a:solidFill>
                  <a:srgbClr val="D4E3EC"/>
                </a:solidFill>
                <a:latin typeface="Arial"/>
                <a:ea typeface="Arial"/>
                <a:cs typeface="Arial"/>
              </a:defRPr>
            </a:lvl7pPr>
            <a:lvl8pPr algn="l">
              <a:buNone/>
              <a:defRPr sz="1650" b="0">
                <a:solidFill>
                  <a:srgbClr val="D4E3EC"/>
                </a:solidFill>
                <a:latin typeface="Arial"/>
                <a:ea typeface="Arial"/>
                <a:cs typeface="Arial"/>
              </a:defRPr>
            </a:lvl8pPr>
            <a:lvl9pPr algn="l">
              <a:buNone/>
              <a:defRPr sz="1650" b="0">
                <a:solidFill>
                  <a:srgbClr val="D4E3EC"/>
                </a:solidFill>
                <a:latin typeface="Arial"/>
                <a:ea typeface="Arial"/>
                <a:cs typeface="Arial"/>
              </a:defRPr>
            </a:lvl9pPr>
          </a:lstStyle>
          <a:p xmlns:a="http://schemas.openxmlformats.org/drawingml/2006/main">
            <a:pPr algn="l">
              <a:lnSpc>
                <a:spcPct val="120000"/>
              </a:lnSpc>
              <a:buNone/>
              <a:defRPr sz="1650" b="0">
                <a:solidFill>
                  <a:srgbClr val="D4E3EC"/>
                </a:solidFill>
                <a:latin typeface="Arial"/>
                <a:ea typeface="Arial"/>
                <a:cs typeface="Arial"/>
              </a:defRPr>
            </a:pPr>
            <a:r>
              <a:rPr sz="1650" b="0">
                <a:solidFill>
                  <a:srgbClr val="D4E3EC"/>
                </a:solidFill>
                <a:latin typeface="Arial"/>
                <a:ea typeface="Arial"/>
                <a:cs typeface="Arial"/>
              </a:rPr>
              <a:t>Nền tảng số hỗ trợ tổ chức hội nghị trợ giúp pháp lý</a:t>
            </a:r>
          </a:p>
          <a:p xmlns:a="http://schemas.openxmlformats.org/drawingml/2006/main">
            <a:pPr algn="l">
              <a:lnSpc>
                <a:spcPct val="120000"/>
              </a:lnSpc>
              <a:buNone/>
              <a:defRPr sz="1650" b="0">
                <a:solidFill>
                  <a:srgbClr val="D4E3EC"/>
                </a:solidFill>
                <a:latin typeface="Arial"/>
                <a:ea typeface="Arial"/>
                <a:cs typeface="Arial"/>
              </a:defRPr>
            </a:pPr>
            <a:r>
              <a:rPr sz="1650" b="0">
                <a:solidFill>
                  <a:srgbClr val="D4E3EC"/>
                </a:solidFill>
                <a:latin typeface="Arial"/>
                <a:ea typeface="Arial"/>
                <a:cs typeface="Arial"/>
              </a:rPr>
              <a:t>ngoài trụ sở trên địa bàn thành phố Đồng Nai</a:t>
            </a:r>
          </a:p>
        </p:txBody>
      </p:sp>
      <p:sp>
        <p:nvSpPr>
          <p:cNvPr id="19" name="">
            <a:extLst xmlns:a="http://schemas.openxmlformats.org/drawingml/2006/main">
              <a:ext uri="{FF2B5EF4-FFF2-40B4-BE49-F238E27FC236}">
                <a16:creationId xmlns:a16="http://schemas.microsoft.com/office/drawing/2014/main" id="{9ECE2284-671E-4982-AD28-0D0BD72EFFFF}"/>
              </a:ext>
            </a:extLst>
          </p:cNvPr>
          <p:cNvSpPr>
            <a:spLocks xmlns:a="http://schemas.openxmlformats.org/drawingml/2006/main" noGrp="1"/>
          </p:cNvSpPr>
          <p:nvPr/>
        </p:nvSpPr>
        <p:spPr>
          <a:xfrm xmlns:a="http://schemas.openxmlformats.org/drawingml/2006/main" flipH="0">
            <a:off x="704850" y="5238750"/>
            <a:ext cx="5581650" cy="953"/>
          </a:xfrm>
          <a:prstGeom xmlns:a="http://schemas.openxmlformats.org/drawingml/2006/main" prst="line">
            <a:avLst/>
          </a:prstGeom>
          <a:noFill xmlns:a="http://schemas.openxmlformats.org/drawingml/2006/main"/>
          <a:ln xmlns:a="http://schemas.openxmlformats.org/drawingml/2006/main" w="38100">
            <a:solidFill>
              <a:srgbClr val="E4B64A"/>
            </a:solidFill>
            <a:prstDash val="solid"/>
          </a:ln>
        </p:spPr>
      </p:sp>
      <p:sp>
        <p:nvSpPr>
          <p:cNvPr id="20" name="">
            <a:extLst xmlns:a="http://schemas.openxmlformats.org/drawingml/2006/main">
              <a:ext uri="{FF2B5EF4-FFF2-40B4-BE49-F238E27FC236}">
                <a16:creationId xmlns:a16="http://schemas.microsoft.com/office/drawing/2014/main" id="{7E7FA56A-F1EA-4930-9DE2-486B9F8BA9F3}"/>
              </a:ext>
            </a:extLst>
          </p:cNvPr>
          <p:cNvSpPr>
            <a:spLocks xmlns:a="http://schemas.openxmlformats.org/drawingml/2006/main" noGrp="1"/>
          </p:cNvSpPr>
          <p:nvPr/>
        </p:nvSpPr>
        <p:spPr>
          <a:xfrm xmlns:a="http://schemas.openxmlformats.org/drawingml/2006/main">
            <a:off x="704850" y="5467350"/>
            <a:ext cx="647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E4B64A"/>
                </a:solidFill>
                <a:latin typeface="Arial"/>
                <a:ea typeface="Arial"/>
                <a:cs typeface="Arial"/>
              </a:defRPr>
            </a:defPPr>
            <a:lvl1pPr algn="l">
              <a:buNone/>
              <a:defRPr sz="1125" b="1">
                <a:solidFill>
                  <a:srgbClr val="E4B64A"/>
                </a:solidFill>
                <a:latin typeface="Arial"/>
                <a:ea typeface="Arial"/>
                <a:cs typeface="Arial"/>
              </a:defRPr>
            </a:lvl1pPr>
            <a:lvl2pPr algn="l">
              <a:buNone/>
              <a:defRPr sz="1125" b="1">
                <a:solidFill>
                  <a:srgbClr val="E4B64A"/>
                </a:solidFill>
                <a:latin typeface="Arial"/>
                <a:ea typeface="Arial"/>
                <a:cs typeface="Arial"/>
              </a:defRPr>
            </a:lvl2pPr>
            <a:lvl3pPr algn="l">
              <a:buNone/>
              <a:defRPr sz="1125" b="1">
                <a:solidFill>
                  <a:srgbClr val="E4B64A"/>
                </a:solidFill>
                <a:latin typeface="Arial"/>
                <a:ea typeface="Arial"/>
                <a:cs typeface="Arial"/>
              </a:defRPr>
            </a:lvl3pPr>
            <a:lvl4pPr algn="l">
              <a:buNone/>
              <a:defRPr sz="1125" b="1">
                <a:solidFill>
                  <a:srgbClr val="E4B64A"/>
                </a:solidFill>
                <a:latin typeface="Arial"/>
                <a:ea typeface="Arial"/>
                <a:cs typeface="Arial"/>
              </a:defRPr>
            </a:lvl4pPr>
            <a:lvl5pPr algn="l">
              <a:buNone/>
              <a:defRPr sz="1125" b="1">
                <a:solidFill>
                  <a:srgbClr val="E4B64A"/>
                </a:solidFill>
                <a:latin typeface="Arial"/>
                <a:ea typeface="Arial"/>
                <a:cs typeface="Arial"/>
              </a:defRPr>
            </a:lvl5pPr>
            <a:lvl6pPr algn="l">
              <a:buNone/>
              <a:defRPr sz="1125" b="1">
                <a:solidFill>
                  <a:srgbClr val="E4B64A"/>
                </a:solidFill>
                <a:latin typeface="Arial"/>
                <a:ea typeface="Arial"/>
                <a:cs typeface="Arial"/>
              </a:defRPr>
            </a:lvl6pPr>
            <a:lvl7pPr algn="l">
              <a:buNone/>
              <a:defRPr sz="1125" b="1">
                <a:solidFill>
                  <a:srgbClr val="E4B64A"/>
                </a:solidFill>
                <a:latin typeface="Arial"/>
                <a:ea typeface="Arial"/>
                <a:cs typeface="Arial"/>
              </a:defRPr>
            </a:lvl7pPr>
            <a:lvl8pPr algn="l">
              <a:buNone/>
              <a:defRPr sz="1125" b="1">
                <a:solidFill>
                  <a:srgbClr val="E4B64A"/>
                </a:solidFill>
                <a:latin typeface="Arial"/>
                <a:ea typeface="Arial"/>
                <a:cs typeface="Arial"/>
              </a:defRPr>
            </a:lvl8pPr>
            <a:lvl9pPr algn="l">
              <a:buNone/>
              <a:defRPr sz="1125" b="1">
                <a:solidFill>
                  <a:srgbClr val="E4B64A"/>
                </a:solidFill>
                <a:latin typeface="Arial"/>
                <a:ea typeface="Arial"/>
                <a:cs typeface="Arial"/>
              </a:defRPr>
            </a:lvl9pPr>
          </a:lstStyle>
          <a:p xmlns:a="http://schemas.openxmlformats.org/drawingml/2006/main">
            <a:pPr algn="l">
              <a:lnSpc>
                <a:spcPct val="105000"/>
              </a:lnSpc>
              <a:buNone/>
              <a:defRPr sz="1125" b="1">
                <a:solidFill>
                  <a:srgbClr val="E4B64A"/>
                </a:solidFill>
                <a:latin typeface="Arial"/>
                <a:ea typeface="Arial"/>
                <a:cs typeface="Arial"/>
              </a:defRPr>
            </a:pPr>
            <a:r>
              <a:rPr sz="1125" b="1">
                <a:solidFill>
                  <a:srgbClr val="E4B64A"/>
                </a:solidFill>
                <a:latin typeface="Arial"/>
                <a:ea typeface="Arial"/>
                <a:cs typeface="Arial"/>
              </a:rPr>
              <a:t>GIẢI PHÁP CHUYỂN ĐỔI SỐ TỪ BÀI TOÁN THỰC TẾ</a:t>
            </a:r>
          </a:p>
        </p:txBody>
      </p:sp>
      <p:sp>
        <p:nvSpPr>
          <p:cNvPr id="21" name="">
            <a:extLst xmlns:a="http://schemas.openxmlformats.org/drawingml/2006/main">
              <a:ext uri="{FF2B5EF4-FFF2-40B4-BE49-F238E27FC236}">
                <a16:creationId xmlns:a16="http://schemas.microsoft.com/office/drawing/2014/main" id="{A0901602-5B18-4A36-BDE2-EF9C4A0AC988}"/>
              </a:ext>
            </a:extLst>
          </p:cNvPr>
          <p:cNvSpPr>
            <a:spLocks xmlns:a="http://schemas.openxmlformats.org/drawingml/2006/main" noGrp="1"/>
          </p:cNvSpPr>
          <p:nvPr/>
        </p:nvSpPr>
        <p:spPr>
          <a:xfrm xmlns:a="http://schemas.openxmlformats.org/drawingml/2006/main">
            <a:off x="704850" y="5915025"/>
            <a:ext cx="6572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FFFFFF"/>
                </a:solidFill>
                <a:latin typeface="Arial"/>
                <a:ea typeface="Arial"/>
                <a:cs typeface="Arial"/>
              </a:defRPr>
            </a:defPPr>
            <a:lvl1pPr algn="l">
              <a:buNone/>
              <a:defRPr sz="1350" b="0">
                <a:solidFill>
                  <a:srgbClr val="FFFFFF"/>
                </a:solidFill>
                <a:latin typeface="Arial"/>
                <a:ea typeface="Arial"/>
                <a:cs typeface="Arial"/>
              </a:defRPr>
            </a:lvl1pPr>
            <a:lvl2pPr algn="l">
              <a:buNone/>
              <a:defRPr sz="1350" b="0">
                <a:solidFill>
                  <a:srgbClr val="FFFFFF"/>
                </a:solidFill>
                <a:latin typeface="Arial"/>
                <a:ea typeface="Arial"/>
                <a:cs typeface="Arial"/>
              </a:defRPr>
            </a:lvl2pPr>
            <a:lvl3pPr algn="l">
              <a:buNone/>
              <a:defRPr sz="1350" b="0">
                <a:solidFill>
                  <a:srgbClr val="FFFFFF"/>
                </a:solidFill>
                <a:latin typeface="Arial"/>
                <a:ea typeface="Arial"/>
                <a:cs typeface="Arial"/>
              </a:defRPr>
            </a:lvl3pPr>
            <a:lvl4pPr algn="l">
              <a:buNone/>
              <a:defRPr sz="1350" b="0">
                <a:solidFill>
                  <a:srgbClr val="FFFFFF"/>
                </a:solidFill>
                <a:latin typeface="Arial"/>
                <a:ea typeface="Arial"/>
                <a:cs typeface="Arial"/>
              </a:defRPr>
            </a:lvl4pPr>
            <a:lvl5pPr algn="l">
              <a:buNone/>
              <a:defRPr sz="1350" b="0">
                <a:solidFill>
                  <a:srgbClr val="FFFFFF"/>
                </a:solidFill>
                <a:latin typeface="Arial"/>
                <a:ea typeface="Arial"/>
                <a:cs typeface="Arial"/>
              </a:defRPr>
            </a:lvl5pPr>
            <a:lvl6pPr algn="l">
              <a:buNone/>
              <a:defRPr sz="1350" b="0">
                <a:solidFill>
                  <a:srgbClr val="FFFFFF"/>
                </a:solidFill>
                <a:latin typeface="Arial"/>
                <a:ea typeface="Arial"/>
                <a:cs typeface="Arial"/>
              </a:defRPr>
            </a:lvl6pPr>
            <a:lvl7pPr algn="l">
              <a:buNone/>
              <a:defRPr sz="1350" b="0">
                <a:solidFill>
                  <a:srgbClr val="FFFFFF"/>
                </a:solidFill>
                <a:latin typeface="Arial"/>
                <a:ea typeface="Arial"/>
                <a:cs typeface="Arial"/>
              </a:defRPr>
            </a:lvl7pPr>
            <a:lvl8pPr algn="l">
              <a:buNone/>
              <a:defRPr sz="1350" b="0">
                <a:solidFill>
                  <a:srgbClr val="FFFFFF"/>
                </a:solidFill>
                <a:latin typeface="Arial"/>
                <a:ea typeface="Arial"/>
                <a:cs typeface="Arial"/>
              </a:defRPr>
            </a:lvl8pPr>
            <a:lvl9pPr algn="l">
              <a:buNone/>
              <a:defRPr sz="1350" b="0">
                <a:solidFill>
                  <a:srgbClr val="FFFFFF"/>
                </a:solidFill>
                <a:latin typeface="Arial"/>
                <a:ea typeface="Arial"/>
                <a:cs typeface="Arial"/>
              </a:defRPr>
            </a:lvl9pPr>
          </a:lstStyle>
          <a:p xmlns:a="http://schemas.openxmlformats.org/drawingml/2006/main">
            <a:pPr algn="l">
              <a:lnSpc>
                <a:spcPct val="105000"/>
              </a:lnSpc>
              <a:buNone/>
              <a:defRPr sz="1350" b="0">
                <a:solidFill>
                  <a:srgbClr val="FFFFFF"/>
                </a:solidFill>
                <a:latin typeface="Arial"/>
                <a:ea typeface="Arial"/>
                <a:cs typeface="Arial"/>
              </a:defRPr>
            </a:pPr>
            <a:r>
              <a:rPr sz="1350" b="0">
                <a:solidFill>
                  <a:srgbClr val="FFFFFF"/>
                </a:solidFill>
                <a:latin typeface="Arial"/>
                <a:ea typeface="Arial"/>
                <a:cs typeface="Arial"/>
              </a:rPr>
              <a:t>Đề xuất có kiểm soát · Dữ liệu tập trung · Con người quyết định</a:t>
            </a:r>
          </a:p>
        </p:txBody>
      </p:sp>
    </p:spTree>
    <p:extLst>
      <p:ext uri="{BB962C8B-B14F-4D97-AF65-F5344CB8AC3E}">
        <p14:creationId xmlns:p14="http://schemas.microsoft.com/office/powerpoint/2010/main" val="845699791"/>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DE45751-FECA-482F-9717-D4C65382FE99}"/>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796A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A2649C6-8525-4688-85CF-79439DEC1A67}"/>
              </a:ext>
            </a:extLst>
          </p:cNvPr>
          <p:cNvSpPr>
            <a:spLocks xmlns:a="http://schemas.openxmlformats.org/drawingml/2006/main" noGrp="1"/>
          </p:cNvSpPr>
          <p:nvPr/>
        </p:nvSpPr>
        <p:spPr>
          <a:xfrm xmlns:a="http://schemas.openxmlformats.org/drawingml/2006/main">
            <a:off x="11144250" y="361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0796A3"/>
                </a:solidFill>
                <a:latin typeface="Arial"/>
                <a:ea typeface="Arial"/>
                <a:cs typeface="Arial"/>
              </a:defRPr>
            </a:defPPr>
            <a:lvl1pPr algn="r">
              <a:buNone/>
              <a:defRPr sz="1200" b="1">
                <a:solidFill>
                  <a:srgbClr val="0796A3"/>
                </a:solidFill>
                <a:latin typeface="Arial"/>
                <a:ea typeface="Arial"/>
                <a:cs typeface="Arial"/>
              </a:defRPr>
            </a:lvl1pPr>
            <a:lvl2pPr algn="r">
              <a:buNone/>
              <a:defRPr sz="1200" b="1">
                <a:solidFill>
                  <a:srgbClr val="0796A3"/>
                </a:solidFill>
                <a:latin typeface="Arial"/>
                <a:ea typeface="Arial"/>
                <a:cs typeface="Arial"/>
              </a:defRPr>
            </a:lvl2pPr>
            <a:lvl3pPr algn="r">
              <a:buNone/>
              <a:defRPr sz="1200" b="1">
                <a:solidFill>
                  <a:srgbClr val="0796A3"/>
                </a:solidFill>
                <a:latin typeface="Arial"/>
                <a:ea typeface="Arial"/>
                <a:cs typeface="Arial"/>
              </a:defRPr>
            </a:lvl3pPr>
            <a:lvl4pPr algn="r">
              <a:buNone/>
              <a:defRPr sz="1200" b="1">
                <a:solidFill>
                  <a:srgbClr val="0796A3"/>
                </a:solidFill>
                <a:latin typeface="Arial"/>
                <a:ea typeface="Arial"/>
                <a:cs typeface="Arial"/>
              </a:defRPr>
            </a:lvl4pPr>
            <a:lvl5pPr algn="r">
              <a:buNone/>
              <a:defRPr sz="1200" b="1">
                <a:solidFill>
                  <a:srgbClr val="0796A3"/>
                </a:solidFill>
                <a:latin typeface="Arial"/>
                <a:ea typeface="Arial"/>
                <a:cs typeface="Arial"/>
              </a:defRPr>
            </a:lvl5pPr>
            <a:lvl6pPr algn="r">
              <a:buNone/>
              <a:defRPr sz="1200" b="1">
                <a:solidFill>
                  <a:srgbClr val="0796A3"/>
                </a:solidFill>
                <a:latin typeface="Arial"/>
                <a:ea typeface="Arial"/>
                <a:cs typeface="Arial"/>
              </a:defRPr>
            </a:lvl6pPr>
            <a:lvl7pPr algn="r">
              <a:buNone/>
              <a:defRPr sz="1200" b="1">
                <a:solidFill>
                  <a:srgbClr val="0796A3"/>
                </a:solidFill>
                <a:latin typeface="Arial"/>
                <a:ea typeface="Arial"/>
                <a:cs typeface="Arial"/>
              </a:defRPr>
            </a:lvl7pPr>
            <a:lvl8pPr algn="r">
              <a:buNone/>
              <a:defRPr sz="1200" b="1">
                <a:solidFill>
                  <a:srgbClr val="0796A3"/>
                </a:solidFill>
                <a:latin typeface="Arial"/>
                <a:ea typeface="Arial"/>
                <a:cs typeface="Arial"/>
              </a:defRPr>
            </a:lvl8pPr>
            <a:lvl9pPr algn="r">
              <a:buNone/>
              <a:defRPr sz="1200" b="1">
                <a:solidFill>
                  <a:srgbClr val="0796A3"/>
                </a:solidFill>
                <a:latin typeface="Arial"/>
                <a:ea typeface="Arial"/>
                <a:cs typeface="Arial"/>
              </a:defRPr>
            </a:lvl9pPr>
          </a:lstStyle>
          <a:p xmlns:a="http://schemas.openxmlformats.org/drawingml/2006/main">
            <a:pPr algn="r">
              <a:lnSpc>
                <a:spcPct val="105000"/>
              </a:lnSpc>
              <a:buNone/>
              <a:defRPr sz="1200" b="1">
                <a:solidFill>
                  <a:srgbClr val="0796A3"/>
                </a:solidFill>
                <a:latin typeface="Arial"/>
                <a:ea typeface="Arial"/>
                <a:cs typeface="Arial"/>
              </a:defRPr>
            </a:pPr>
            <a:r>
              <a:rPr sz="1200" b="1">
                <a:solidFill>
                  <a:srgbClr val="0796A3"/>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DD1899F5-72AD-46FF-A29A-865C5F9B4056}"/>
              </a:ext>
            </a:extLst>
          </p:cNvPr>
          <p:cNvSpPr>
            <a:spLocks xmlns:a="http://schemas.openxmlformats.org/drawingml/2006/main" noGrp="1"/>
          </p:cNvSpPr>
          <p:nvPr/>
        </p:nvSpPr>
        <p:spPr>
          <a:xfrm xmlns:a="http://schemas.openxmlformats.org/drawingml/2006/main">
            <a:off x="609600" y="4191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02A43"/>
                </a:solidFill>
                <a:latin typeface="Arial"/>
                <a:ea typeface="Arial"/>
                <a:cs typeface="Arial"/>
              </a:defRPr>
            </a:defPPr>
            <a:lvl1pPr algn="l">
              <a:buNone/>
              <a:defRPr sz="2700" b="1">
                <a:solidFill>
                  <a:srgbClr val="102A43"/>
                </a:solidFill>
                <a:latin typeface="Arial"/>
                <a:ea typeface="Arial"/>
                <a:cs typeface="Arial"/>
              </a:defRPr>
            </a:lvl1pPr>
            <a:lvl2pPr algn="l">
              <a:buNone/>
              <a:defRPr sz="2700" b="1">
                <a:solidFill>
                  <a:srgbClr val="102A43"/>
                </a:solidFill>
                <a:latin typeface="Arial"/>
                <a:ea typeface="Arial"/>
                <a:cs typeface="Arial"/>
              </a:defRPr>
            </a:lvl2pPr>
            <a:lvl3pPr algn="l">
              <a:buNone/>
              <a:defRPr sz="2700" b="1">
                <a:solidFill>
                  <a:srgbClr val="102A43"/>
                </a:solidFill>
                <a:latin typeface="Arial"/>
                <a:ea typeface="Arial"/>
                <a:cs typeface="Arial"/>
              </a:defRPr>
            </a:lvl3pPr>
            <a:lvl4pPr algn="l">
              <a:buNone/>
              <a:defRPr sz="2700" b="1">
                <a:solidFill>
                  <a:srgbClr val="102A43"/>
                </a:solidFill>
                <a:latin typeface="Arial"/>
                <a:ea typeface="Arial"/>
                <a:cs typeface="Arial"/>
              </a:defRPr>
            </a:lvl4pPr>
            <a:lvl5pPr algn="l">
              <a:buNone/>
              <a:defRPr sz="2700" b="1">
                <a:solidFill>
                  <a:srgbClr val="102A43"/>
                </a:solidFill>
                <a:latin typeface="Arial"/>
                <a:ea typeface="Arial"/>
                <a:cs typeface="Arial"/>
              </a:defRPr>
            </a:lvl5pPr>
            <a:lvl6pPr algn="l">
              <a:buNone/>
              <a:defRPr sz="2700" b="1">
                <a:solidFill>
                  <a:srgbClr val="102A43"/>
                </a:solidFill>
                <a:latin typeface="Arial"/>
                <a:ea typeface="Arial"/>
                <a:cs typeface="Arial"/>
              </a:defRPr>
            </a:lvl6pPr>
            <a:lvl7pPr algn="l">
              <a:buNone/>
              <a:defRPr sz="2700" b="1">
                <a:solidFill>
                  <a:srgbClr val="102A43"/>
                </a:solidFill>
                <a:latin typeface="Arial"/>
                <a:ea typeface="Arial"/>
                <a:cs typeface="Arial"/>
              </a:defRPr>
            </a:lvl7pPr>
            <a:lvl8pPr algn="l">
              <a:buNone/>
              <a:defRPr sz="2700" b="1">
                <a:solidFill>
                  <a:srgbClr val="102A43"/>
                </a:solidFill>
                <a:latin typeface="Arial"/>
                <a:ea typeface="Arial"/>
                <a:cs typeface="Arial"/>
              </a:defRPr>
            </a:lvl8pPr>
            <a:lvl9pPr algn="l">
              <a:buNone/>
              <a:defRPr sz="2700" b="1">
                <a:solidFill>
                  <a:srgbClr val="102A43"/>
                </a:solidFill>
                <a:latin typeface="Arial"/>
                <a:ea typeface="Arial"/>
                <a:cs typeface="Arial"/>
              </a:defRPr>
            </a:lvl9pPr>
          </a:lstStyle>
          <a:p xmlns:a="http://schemas.openxmlformats.org/drawingml/2006/main">
            <a:pPr algn="l">
              <a:lnSpc>
                <a:spcPct val="105000"/>
              </a:lnSpc>
              <a:buNone/>
              <a:defRPr sz="2700" b="1">
                <a:solidFill>
                  <a:srgbClr val="102A43"/>
                </a:solidFill>
                <a:latin typeface="Arial"/>
                <a:ea typeface="Arial"/>
                <a:cs typeface="Arial"/>
              </a:defRPr>
            </a:pPr>
            <a:r>
              <a:rPr sz="2700" b="1">
                <a:solidFill>
                  <a:srgbClr val="102A43"/>
                </a:solidFill>
                <a:latin typeface="Arial"/>
                <a:ea typeface="Arial"/>
                <a:cs typeface="Arial"/>
              </a:rPr>
              <a:t>Bài toán thực tế: nhiều đầu mối, một quy trình</a:t>
            </a:r>
          </a:p>
        </p:txBody>
      </p:sp>
      <p:sp>
        <p:nvSpPr>
          <p:cNvPr id="4" name="">
            <a:extLst xmlns:a="http://schemas.openxmlformats.org/drawingml/2006/main">
              <a:ext uri="{FF2B5EF4-FFF2-40B4-BE49-F238E27FC236}">
                <a16:creationId xmlns:a16="http://schemas.microsoft.com/office/drawing/2014/main" id="{30C250B3-3DB0-4777-A91B-1601A8B54FF4}"/>
              </a:ext>
            </a:extLst>
          </p:cNvPr>
          <p:cNvSpPr>
            <a:spLocks xmlns:a="http://schemas.openxmlformats.org/drawingml/2006/main" noGrp="1"/>
          </p:cNvSpPr>
          <p:nvPr/>
        </p:nvSpPr>
        <p:spPr>
          <a:xfrm xmlns:a="http://schemas.openxmlformats.org/drawingml/2006/main" flipH="0">
            <a:off x="609600" y="1104900"/>
            <a:ext cx="1097280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5" name="">
            <a:extLst xmlns:a="http://schemas.openxmlformats.org/drawingml/2006/main">
              <a:ext uri="{FF2B5EF4-FFF2-40B4-BE49-F238E27FC236}">
                <a16:creationId xmlns:a16="http://schemas.microsoft.com/office/drawing/2014/main" id="{543F4355-8EF6-4850-8313-35A2A82EFD43}"/>
              </a:ext>
            </a:extLst>
          </p:cNvPr>
          <p:cNvSpPr>
            <a:spLocks xmlns:a="http://schemas.openxmlformats.org/drawingml/2006/main" noGrp="1"/>
          </p:cNvSpPr>
          <p:nvPr/>
        </p:nvSpPr>
        <p:spPr>
          <a:xfrm xmlns:a="http://schemas.openxmlformats.org/drawingml/2006/main">
            <a:off x="609600" y="1381125"/>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779"/>
                </a:solidFill>
                <a:latin typeface="Arial"/>
                <a:ea typeface="Arial"/>
                <a:cs typeface="Arial"/>
              </a:defRPr>
            </a:defPPr>
            <a:lvl1pPr algn="l">
              <a:buNone/>
              <a:defRPr sz="1650" b="0">
                <a:solidFill>
                  <a:srgbClr val="526779"/>
                </a:solidFill>
                <a:latin typeface="Arial"/>
                <a:ea typeface="Arial"/>
                <a:cs typeface="Arial"/>
              </a:defRPr>
            </a:lvl1pPr>
            <a:lvl2pPr algn="l">
              <a:buNone/>
              <a:defRPr sz="1650" b="0">
                <a:solidFill>
                  <a:srgbClr val="526779"/>
                </a:solidFill>
                <a:latin typeface="Arial"/>
                <a:ea typeface="Arial"/>
                <a:cs typeface="Arial"/>
              </a:defRPr>
            </a:lvl2pPr>
            <a:lvl3pPr algn="l">
              <a:buNone/>
              <a:defRPr sz="1650" b="0">
                <a:solidFill>
                  <a:srgbClr val="526779"/>
                </a:solidFill>
                <a:latin typeface="Arial"/>
                <a:ea typeface="Arial"/>
                <a:cs typeface="Arial"/>
              </a:defRPr>
            </a:lvl3pPr>
            <a:lvl4pPr algn="l">
              <a:buNone/>
              <a:defRPr sz="1650" b="0">
                <a:solidFill>
                  <a:srgbClr val="526779"/>
                </a:solidFill>
                <a:latin typeface="Arial"/>
                <a:ea typeface="Arial"/>
                <a:cs typeface="Arial"/>
              </a:defRPr>
            </a:lvl4pPr>
            <a:lvl5pPr algn="l">
              <a:buNone/>
              <a:defRPr sz="1650" b="0">
                <a:solidFill>
                  <a:srgbClr val="526779"/>
                </a:solidFill>
                <a:latin typeface="Arial"/>
                <a:ea typeface="Arial"/>
                <a:cs typeface="Arial"/>
              </a:defRPr>
            </a:lvl5pPr>
            <a:lvl6pPr algn="l">
              <a:buNone/>
              <a:defRPr sz="1650" b="0">
                <a:solidFill>
                  <a:srgbClr val="526779"/>
                </a:solidFill>
                <a:latin typeface="Arial"/>
                <a:ea typeface="Arial"/>
                <a:cs typeface="Arial"/>
              </a:defRPr>
            </a:lvl6pPr>
            <a:lvl7pPr algn="l">
              <a:buNone/>
              <a:defRPr sz="1650" b="0">
                <a:solidFill>
                  <a:srgbClr val="526779"/>
                </a:solidFill>
                <a:latin typeface="Arial"/>
                <a:ea typeface="Arial"/>
                <a:cs typeface="Arial"/>
              </a:defRPr>
            </a:lvl7pPr>
            <a:lvl8pPr algn="l">
              <a:buNone/>
              <a:defRPr sz="1650" b="0">
                <a:solidFill>
                  <a:srgbClr val="526779"/>
                </a:solidFill>
                <a:latin typeface="Arial"/>
                <a:ea typeface="Arial"/>
                <a:cs typeface="Arial"/>
              </a:defRPr>
            </a:lvl8pPr>
            <a:lvl9pPr algn="l">
              <a:buNone/>
              <a:defRPr sz="1650" b="0">
                <a:solidFill>
                  <a:srgbClr val="526779"/>
                </a:solidFill>
                <a:latin typeface="Arial"/>
                <a:ea typeface="Arial"/>
                <a:cs typeface="Arial"/>
              </a:defRPr>
            </a:lvl9pPr>
          </a:lstStyle>
          <a:p xmlns:a="http://schemas.openxmlformats.org/drawingml/2006/main">
            <a:pPr algn="l">
              <a:lnSpc>
                <a:spcPct val="105000"/>
              </a:lnSpc>
              <a:buNone/>
              <a:defRPr sz="1650" b="0">
                <a:solidFill>
                  <a:srgbClr val="526779"/>
                </a:solidFill>
                <a:latin typeface="Arial"/>
                <a:ea typeface="Arial"/>
                <a:cs typeface="Arial"/>
              </a:defRPr>
            </a:pPr>
            <a:r>
              <a:rPr sz="1650" b="0">
                <a:solidFill>
                  <a:srgbClr val="526779"/>
                </a:solidFill>
                <a:latin typeface="Arial"/>
                <a:ea typeface="Arial"/>
                <a:cs typeface="Arial"/>
              </a:rPr>
              <a:t>Khi thông tin nằm rải rác, việc tổ chức dễ tốn công rà soát và phối hợp.</a:t>
            </a:r>
          </a:p>
        </p:txBody>
      </p:sp>
      <p:sp>
        <p:nvSpPr>
          <p:cNvPr id="6" name="">
            <a:extLst xmlns:a="http://schemas.openxmlformats.org/drawingml/2006/main">
              <a:ext uri="{FF2B5EF4-FFF2-40B4-BE49-F238E27FC236}">
                <a16:creationId xmlns:a16="http://schemas.microsoft.com/office/drawing/2014/main" id="{AF18424B-C7A0-4B3B-9DE1-30F5DF38BD45}"/>
              </a:ext>
            </a:extLst>
          </p:cNvPr>
          <p:cNvSpPr>
            <a:spLocks xmlns:a="http://schemas.openxmlformats.org/drawingml/2006/main" noGrp="1"/>
          </p:cNvSpPr>
          <p:nvPr/>
        </p:nvSpPr>
        <p:spPr>
          <a:xfrm xmlns:a="http://schemas.openxmlformats.org/drawingml/2006/main">
            <a:off x="609600" y="2133600"/>
            <a:ext cx="3714750" cy="33337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561A3886-2422-44DF-A20F-2634C6A91133}"/>
              </a:ext>
            </a:extLst>
          </p:cNvPr>
          <p:cNvSpPr>
            <a:spLocks xmlns:a="http://schemas.openxmlformats.org/drawingml/2006/main" noGrp="1"/>
          </p:cNvSpPr>
          <p:nvPr/>
        </p:nvSpPr>
        <p:spPr>
          <a:xfrm xmlns:a="http://schemas.openxmlformats.org/drawingml/2006/main">
            <a:off x="876300" y="23812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796A3"/>
                </a:solidFill>
                <a:latin typeface="Arial"/>
                <a:ea typeface="Arial"/>
                <a:cs typeface="Arial"/>
              </a:defRPr>
            </a:defPPr>
            <a:lvl1pPr algn="l">
              <a:buNone/>
              <a:defRPr sz="1125" b="1">
                <a:solidFill>
                  <a:srgbClr val="0796A3"/>
                </a:solidFill>
                <a:latin typeface="Arial"/>
                <a:ea typeface="Arial"/>
                <a:cs typeface="Arial"/>
              </a:defRPr>
            </a:lvl1pPr>
            <a:lvl2pPr algn="l">
              <a:buNone/>
              <a:defRPr sz="1125" b="1">
                <a:solidFill>
                  <a:srgbClr val="0796A3"/>
                </a:solidFill>
                <a:latin typeface="Arial"/>
                <a:ea typeface="Arial"/>
                <a:cs typeface="Arial"/>
              </a:defRPr>
            </a:lvl2pPr>
            <a:lvl3pPr algn="l">
              <a:buNone/>
              <a:defRPr sz="1125" b="1">
                <a:solidFill>
                  <a:srgbClr val="0796A3"/>
                </a:solidFill>
                <a:latin typeface="Arial"/>
                <a:ea typeface="Arial"/>
                <a:cs typeface="Arial"/>
              </a:defRPr>
            </a:lvl3pPr>
            <a:lvl4pPr algn="l">
              <a:buNone/>
              <a:defRPr sz="1125" b="1">
                <a:solidFill>
                  <a:srgbClr val="0796A3"/>
                </a:solidFill>
                <a:latin typeface="Arial"/>
                <a:ea typeface="Arial"/>
                <a:cs typeface="Arial"/>
              </a:defRPr>
            </a:lvl4pPr>
            <a:lvl5pPr algn="l">
              <a:buNone/>
              <a:defRPr sz="1125" b="1">
                <a:solidFill>
                  <a:srgbClr val="0796A3"/>
                </a:solidFill>
                <a:latin typeface="Arial"/>
                <a:ea typeface="Arial"/>
                <a:cs typeface="Arial"/>
              </a:defRPr>
            </a:lvl5pPr>
            <a:lvl6pPr algn="l">
              <a:buNone/>
              <a:defRPr sz="1125" b="1">
                <a:solidFill>
                  <a:srgbClr val="0796A3"/>
                </a:solidFill>
                <a:latin typeface="Arial"/>
                <a:ea typeface="Arial"/>
                <a:cs typeface="Arial"/>
              </a:defRPr>
            </a:lvl6pPr>
            <a:lvl7pPr algn="l">
              <a:buNone/>
              <a:defRPr sz="1125" b="1">
                <a:solidFill>
                  <a:srgbClr val="0796A3"/>
                </a:solidFill>
                <a:latin typeface="Arial"/>
                <a:ea typeface="Arial"/>
                <a:cs typeface="Arial"/>
              </a:defRPr>
            </a:lvl7pPr>
            <a:lvl8pPr algn="l">
              <a:buNone/>
              <a:defRPr sz="1125" b="1">
                <a:solidFill>
                  <a:srgbClr val="0796A3"/>
                </a:solidFill>
                <a:latin typeface="Arial"/>
                <a:ea typeface="Arial"/>
                <a:cs typeface="Arial"/>
              </a:defRPr>
            </a:lvl8pPr>
            <a:lvl9pPr algn="l">
              <a:buNone/>
              <a:defRPr sz="1125" b="1">
                <a:solidFill>
                  <a:srgbClr val="0796A3"/>
                </a:solidFill>
                <a:latin typeface="Arial"/>
                <a:ea typeface="Arial"/>
                <a:cs typeface="Arial"/>
              </a:defRPr>
            </a:lvl9pPr>
          </a:lstStyle>
          <a:p xmlns:a="http://schemas.openxmlformats.org/drawingml/2006/main">
            <a:pPr algn="l">
              <a:lnSpc>
                <a:spcPct val="105000"/>
              </a:lnSpc>
              <a:buNone/>
              <a:defRPr sz="1125" b="1">
                <a:solidFill>
                  <a:srgbClr val="0796A3"/>
                </a:solidFill>
                <a:latin typeface="Arial"/>
                <a:ea typeface="Arial"/>
                <a:cs typeface="Arial"/>
              </a:defRPr>
            </a:pPr>
            <a:r>
              <a:rPr sz="1125" b="1">
                <a:solidFill>
                  <a:srgbClr val="0796A3"/>
                </a:solidFill>
                <a:latin typeface="Arial"/>
                <a:ea typeface="Arial"/>
                <a:cs typeface="Arial"/>
              </a:rPr>
              <a:t>CÁCH LÀM RỜI RẠC</a:t>
            </a:r>
          </a:p>
        </p:txBody>
      </p:sp>
      <p:sp>
        <p:nvSpPr>
          <p:cNvPr id="8" name="">
            <a:extLst xmlns:a="http://schemas.openxmlformats.org/drawingml/2006/main">
              <a:ext uri="{FF2B5EF4-FFF2-40B4-BE49-F238E27FC236}">
                <a16:creationId xmlns:a16="http://schemas.microsoft.com/office/drawing/2014/main" id="{6835486A-E52E-4963-8DEE-F699EDCE00FA}"/>
              </a:ext>
            </a:extLst>
          </p:cNvPr>
          <p:cNvSpPr>
            <a:spLocks xmlns:a="http://schemas.openxmlformats.org/drawingml/2006/main" noGrp="1"/>
          </p:cNvSpPr>
          <p:nvPr/>
        </p:nvSpPr>
        <p:spPr>
          <a:xfrm xmlns:a="http://schemas.openxmlformats.org/drawingml/2006/main">
            <a:off x="876300" y="2838450"/>
            <a:ext cx="3143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08"/>
          </a:bodyPr>
          <a:lstStyle xmlns:a="http://schemas.openxmlformats.org/drawingml/2006/main">
            <a:defPPr algn="l">
              <a:defRPr sz="1725" b="0">
                <a:solidFill>
                  <a:srgbClr val="16324F"/>
                </a:solidFill>
                <a:latin typeface="Arial"/>
                <a:ea typeface="Arial"/>
                <a:cs typeface="Arial"/>
              </a:defRPr>
            </a:defPPr>
            <a:lvl1pPr algn="l">
              <a:buNone/>
              <a:defRPr sz="1725" b="0">
                <a:solidFill>
                  <a:srgbClr val="16324F"/>
                </a:solidFill>
                <a:latin typeface="Arial"/>
                <a:ea typeface="Arial"/>
                <a:cs typeface="Arial"/>
              </a:defRPr>
            </a:lvl1pPr>
            <a:lvl2pPr algn="l">
              <a:buNone/>
              <a:defRPr sz="1725" b="0">
                <a:solidFill>
                  <a:srgbClr val="16324F"/>
                </a:solidFill>
                <a:latin typeface="Arial"/>
                <a:ea typeface="Arial"/>
                <a:cs typeface="Arial"/>
              </a:defRPr>
            </a:lvl2pPr>
            <a:lvl3pPr algn="l">
              <a:buNone/>
              <a:defRPr sz="1725" b="0">
                <a:solidFill>
                  <a:srgbClr val="16324F"/>
                </a:solidFill>
                <a:latin typeface="Arial"/>
                <a:ea typeface="Arial"/>
                <a:cs typeface="Arial"/>
              </a:defRPr>
            </a:lvl3pPr>
            <a:lvl4pPr algn="l">
              <a:buNone/>
              <a:defRPr sz="1725" b="0">
                <a:solidFill>
                  <a:srgbClr val="16324F"/>
                </a:solidFill>
                <a:latin typeface="Arial"/>
                <a:ea typeface="Arial"/>
                <a:cs typeface="Arial"/>
              </a:defRPr>
            </a:lvl4pPr>
            <a:lvl5pPr algn="l">
              <a:buNone/>
              <a:defRPr sz="1725" b="0">
                <a:solidFill>
                  <a:srgbClr val="16324F"/>
                </a:solidFill>
                <a:latin typeface="Arial"/>
                <a:ea typeface="Arial"/>
                <a:cs typeface="Arial"/>
              </a:defRPr>
            </a:lvl5pPr>
            <a:lvl6pPr algn="l">
              <a:buNone/>
              <a:defRPr sz="1725" b="0">
                <a:solidFill>
                  <a:srgbClr val="16324F"/>
                </a:solidFill>
                <a:latin typeface="Arial"/>
                <a:ea typeface="Arial"/>
                <a:cs typeface="Arial"/>
              </a:defRPr>
            </a:lvl6pPr>
            <a:lvl7pPr algn="l">
              <a:buNone/>
              <a:defRPr sz="1725" b="0">
                <a:solidFill>
                  <a:srgbClr val="16324F"/>
                </a:solidFill>
                <a:latin typeface="Arial"/>
                <a:ea typeface="Arial"/>
                <a:cs typeface="Arial"/>
              </a:defRPr>
            </a:lvl7pPr>
            <a:lvl8pPr algn="l">
              <a:buNone/>
              <a:defRPr sz="1725" b="0">
                <a:solidFill>
                  <a:srgbClr val="16324F"/>
                </a:solidFill>
                <a:latin typeface="Arial"/>
                <a:ea typeface="Arial"/>
                <a:cs typeface="Arial"/>
              </a:defRPr>
            </a:lvl8pPr>
            <a:lvl9pPr algn="l">
              <a:buNone/>
              <a:defRPr sz="1725" b="0">
                <a:solidFill>
                  <a:srgbClr val="16324F"/>
                </a:solidFill>
                <a:latin typeface="Arial"/>
                <a:ea typeface="Arial"/>
                <a:cs typeface="Arial"/>
              </a:defRPr>
            </a:lvl9pPr>
          </a:lstStyle>
          <a:p xmlns:a="http://schemas.openxmlformats.org/drawingml/2006/main">
            <a:pPr algn="l">
              <a:lnSpc>
                <a:spcPct val="122000"/>
              </a:lnSpc>
              <a:buNone/>
              <a:defRPr sz="1725" b="0">
                <a:solidFill>
                  <a:srgbClr val="16324F"/>
                </a:solidFill>
                <a:latin typeface="Arial"/>
                <a:ea typeface="Arial"/>
                <a:cs typeface="Arial"/>
              </a:defRPr>
            </a:pPr>
            <a:r>
              <a:rPr sz="1725" b="0">
                <a:solidFill>
                  <a:srgbClr val="16324F"/>
                </a:solidFill>
                <a:latin typeface="Arial"/>
                <a:ea typeface="Arial"/>
                <a:cs typeface="Arial"/>
              </a:rPr>
              <a:t>Nhu cầu qua nhiều kênh</a:t>
            </a:r>
          </a:p>
          <a:p xmlns:a="http://schemas.openxmlformats.org/drawingml/2006/main">
            <a:r>
              <a:t/>
            </a:r>
          </a:p>
          <a:p xmlns:a="http://schemas.openxmlformats.org/drawingml/2006/main">
            <a:pPr algn="l">
              <a:lnSpc>
                <a:spcPct val="122000"/>
              </a:lnSpc>
              <a:buNone/>
              <a:defRPr sz="1725" b="0">
                <a:solidFill>
                  <a:srgbClr val="16324F"/>
                </a:solidFill>
                <a:latin typeface="Arial"/>
                <a:ea typeface="Arial"/>
                <a:cs typeface="Arial"/>
              </a:defRPr>
            </a:pPr>
            <a:r>
              <a:rPr sz="1725" b="0">
                <a:solidFill>
                  <a:srgbClr val="16324F"/>
                </a:solidFill>
                <a:latin typeface="Arial"/>
                <a:ea typeface="Arial"/>
                <a:cs typeface="Arial"/>
              </a:rPr>
              <a:t>Lịch và nhân sự phải đối chiếu thủ công</a:t>
            </a:r>
          </a:p>
          <a:p xmlns:a="http://schemas.openxmlformats.org/drawingml/2006/main">
            <a:r>
              <a:t/>
            </a:r>
          </a:p>
          <a:p xmlns:a="http://schemas.openxmlformats.org/drawingml/2006/main">
            <a:pPr algn="l">
              <a:lnSpc>
                <a:spcPct val="122000"/>
              </a:lnSpc>
              <a:buNone/>
              <a:defRPr sz="1725" b="0">
                <a:solidFill>
                  <a:srgbClr val="16324F"/>
                </a:solidFill>
                <a:latin typeface="Arial"/>
                <a:ea typeface="Arial"/>
                <a:cs typeface="Arial"/>
              </a:defRPr>
            </a:pPr>
            <a:r>
              <a:rPr sz="1725" b="0">
                <a:solidFill>
                  <a:srgbClr val="16324F"/>
                </a:solidFill>
                <a:latin typeface="Arial"/>
                <a:ea typeface="Arial"/>
                <a:cs typeface="Arial"/>
              </a:rPr>
              <a:t>Đăng ký, điểm danh và báo cáo tách biệt</a:t>
            </a:r>
          </a:p>
        </p:txBody>
      </p:sp>
      <p:sp>
        <p:nvSpPr>
          <p:cNvPr id="9" name="">
            <a:extLst xmlns:a="http://schemas.openxmlformats.org/drawingml/2006/main">
              <a:ext uri="{FF2B5EF4-FFF2-40B4-BE49-F238E27FC236}">
                <a16:creationId xmlns:a16="http://schemas.microsoft.com/office/drawing/2014/main" id="{B985A8C2-D4CA-4EB4-B1BD-29460BA144C9}"/>
              </a:ext>
            </a:extLst>
          </p:cNvPr>
          <p:cNvSpPr>
            <a:spLocks xmlns:a="http://schemas.openxmlformats.org/drawingml/2006/main" noGrp="1"/>
          </p:cNvSpPr>
          <p:nvPr/>
        </p:nvSpPr>
        <p:spPr>
          <a:xfrm xmlns:a="http://schemas.openxmlformats.org/drawingml/2006/main">
            <a:off x="876300" y="5067300"/>
            <a:ext cx="3190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526779"/>
                </a:solidFill>
                <a:latin typeface="Arial"/>
                <a:ea typeface="Arial"/>
                <a:cs typeface="Arial"/>
              </a:defRPr>
            </a:defPPr>
            <a:lvl1pPr algn="l">
              <a:buNone/>
              <a:defRPr sz="1275" b="1">
                <a:solidFill>
                  <a:srgbClr val="526779"/>
                </a:solidFill>
                <a:latin typeface="Arial"/>
                <a:ea typeface="Arial"/>
                <a:cs typeface="Arial"/>
              </a:defRPr>
            </a:lvl1pPr>
            <a:lvl2pPr algn="l">
              <a:buNone/>
              <a:defRPr sz="1275" b="1">
                <a:solidFill>
                  <a:srgbClr val="526779"/>
                </a:solidFill>
                <a:latin typeface="Arial"/>
                <a:ea typeface="Arial"/>
                <a:cs typeface="Arial"/>
              </a:defRPr>
            </a:lvl2pPr>
            <a:lvl3pPr algn="l">
              <a:buNone/>
              <a:defRPr sz="1275" b="1">
                <a:solidFill>
                  <a:srgbClr val="526779"/>
                </a:solidFill>
                <a:latin typeface="Arial"/>
                <a:ea typeface="Arial"/>
                <a:cs typeface="Arial"/>
              </a:defRPr>
            </a:lvl3pPr>
            <a:lvl4pPr algn="l">
              <a:buNone/>
              <a:defRPr sz="1275" b="1">
                <a:solidFill>
                  <a:srgbClr val="526779"/>
                </a:solidFill>
                <a:latin typeface="Arial"/>
                <a:ea typeface="Arial"/>
                <a:cs typeface="Arial"/>
              </a:defRPr>
            </a:lvl4pPr>
            <a:lvl5pPr algn="l">
              <a:buNone/>
              <a:defRPr sz="1275" b="1">
                <a:solidFill>
                  <a:srgbClr val="526779"/>
                </a:solidFill>
                <a:latin typeface="Arial"/>
                <a:ea typeface="Arial"/>
                <a:cs typeface="Arial"/>
              </a:defRPr>
            </a:lvl5pPr>
            <a:lvl6pPr algn="l">
              <a:buNone/>
              <a:defRPr sz="1275" b="1">
                <a:solidFill>
                  <a:srgbClr val="526779"/>
                </a:solidFill>
                <a:latin typeface="Arial"/>
                <a:ea typeface="Arial"/>
                <a:cs typeface="Arial"/>
              </a:defRPr>
            </a:lvl6pPr>
            <a:lvl7pPr algn="l">
              <a:buNone/>
              <a:defRPr sz="1275" b="1">
                <a:solidFill>
                  <a:srgbClr val="526779"/>
                </a:solidFill>
                <a:latin typeface="Arial"/>
                <a:ea typeface="Arial"/>
                <a:cs typeface="Arial"/>
              </a:defRPr>
            </a:lvl7pPr>
            <a:lvl8pPr algn="l">
              <a:buNone/>
              <a:defRPr sz="1275" b="1">
                <a:solidFill>
                  <a:srgbClr val="526779"/>
                </a:solidFill>
                <a:latin typeface="Arial"/>
                <a:ea typeface="Arial"/>
                <a:cs typeface="Arial"/>
              </a:defRPr>
            </a:lvl8pPr>
            <a:lvl9pPr algn="l">
              <a:buNone/>
              <a:defRPr sz="1275" b="1">
                <a:solidFill>
                  <a:srgbClr val="526779"/>
                </a:solidFill>
                <a:latin typeface="Arial"/>
                <a:ea typeface="Arial"/>
                <a:cs typeface="Arial"/>
              </a:defRPr>
            </a:lvl9pPr>
          </a:lstStyle>
          <a:p xmlns:a="http://schemas.openxmlformats.org/drawingml/2006/main">
            <a:pPr algn="l">
              <a:lnSpc>
                <a:spcPct val="105000"/>
              </a:lnSpc>
              <a:buNone/>
              <a:defRPr sz="1275" b="1">
                <a:solidFill>
                  <a:srgbClr val="526779"/>
                </a:solidFill>
                <a:latin typeface="Arial"/>
                <a:ea typeface="Arial"/>
                <a:cs typeface="Arial"/>
              </a:defRPr>
            </a:pPr>
            <a:r>
              <a:rPr sz="1275" b="1">
                <a:solidFill>
                  <a:srgbClr val="526779"/>
                </a:solidFill>
                <a:latin typeface="Arial"/>
                <a:ea typeface="Arial"/>
                <a:cs typeface="Arial"/>
              </a:rPr>
              <a:t>Hệ quả: khó nhìn thấy toàn bộ tiến độ</a:t>
            </a:r>
          </a:p>
        </p:txBody>
      </p:sp>
      <p:sp>
        <p:nvSpPr>
          <p:cNvPr id="10" name="">
            <a:extLst xmlns:a="http://schemas.openxmlformats.org/drawingml/2006/main">
              <a:ext uri="{FF2B5EF4-FFF2-40B4-BE49-F238E27FC236}">
                <a16:creationId xmlns:a16="http://schemas.microsoft.com/office/drawing/2014/main" id="{A03A7AF3-00AF-4A49-831B-4AE1F48D4B5A}"/>
              </a:ext>
            </a:extLst>
          </p:cNvPr>
          <p:cNvSpPr>
            <a:spLocks xmlns:a="http://schemas.openxmlformats.org/drawingml/2006/main" noGrp="1"/>
          </p:cNvSpPr>
          <p:nvPr/>
        </p:nvSpPr>
        <p:spPr>
          <a:xfrm xmlns:a="http://schemas.openxmlformats.org/drawingml/2006/main">
            <a:off x="4686300" y="1752600"/>
            <a:ext cx="6896100" cy="392430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D294265-ECA5-4E41-9A64-5068D90DC3F5}"/>
              </a:ext>
            </a:extLst>
          </p:cNvPr>
          <p:cNvSpPr>
            <a:spLocks xmlns:a="http://schemas.openxmlformats.org/drawingml/2006/main" noGrp="1"/>
          </p:cNvSpPr>
          <p:nvPr/>
        </p:nvSpPr>
        <p:spPr>
          <a:xfrm xmlns:a="http://schemas.openxmlformats.org/drawingml/2006/main">
            <a:off x="502920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8F1F1"/>
                </a:solidFill>
                <a:latin typeface="Arial"/>
                <a:ea typeface="Arial"/>
                <a:cs typeface="Arial"/>
              </a:defRPr>
            </a:defPPr>
            <a:lvl1pPr algn="l">
              <a:buNone/>
              <a:defRPr sz="1125" b="1">
                <a:solidFill>
                  <a:srgbClr val="C8F1F1"/>
                </a:solidFill>
                <a:latin typeface="Arial"/>
                <a:ea typeface="Arial"/>
                <a:cs typeface="Arial"/>
              </a:defRPr>
            </a:lvl1pPr>
            <a:lvl2pPr algn="l">
              <a:buNone/>
              <a:defRPr sz="1125" b="1">
                <a:solidFill>
                  <a:srgbClr val="C8F1F1"/>
                </a:solidFill>
                <a:latin typeface="Arial"/>
                <a:ea typeface="Arial"/>
                <a:cs typeface="Arial"/>
              </a:defRPr>
            </a:lvl2pPr>
            <a:lvl3pPr algn="l">
              <a:buNone/>
              <a:defRPr sz="1125" b="1">
                <a:solidFill>
                  <a:srgbClr val="C8F1F1"/>
                </a:solidFill>
                <a:latin typeface="Arial"/>
                <a:ea typeface="Arial"/>
                <a:cs typeface="Arial"/>
              </a:defRPr>
            </a:lvl3pPr>
            <a:lvl4pPr algn="l">
              <a:buNone/>
              <a:defRPr sz="1125" b="1">
                <a:solidFill>
                  <a:srgbClr val="C8F1F1"/>
                </a:solidFill>
                <a:latin typeface="Arial"/>
                <a:ea typeface="Arial"/>
                <a:cs typeface="Arial"/>
              </a:defRPr>
            </a:lvl4pPr>
            <a:lvl5pPr algn="l">
              <a:buNone/>
              <a:defRPr sz="1125" b="1">
                <a:solidFill>
                  <a:srgbClr val="C8F1F1"/>
                </a:solidFill>
                <a:latin typeface="Arial"/>
                <a:ea typeface="Arial"/>
                <a:cs typeface="Arial"/>
              </a:defRPr>
            </a:lvl5pPr>
            <a:lvl6pPr algn="l">
              <a:buNone/>
              <a:defRPr sz="1125" b="1">
                <a:solidFill>
                  <a:srgbClr val="C8F1F1"/>
                </a:solidFill>
                <a:latin typeface="Arial"/>
                <a:ea typeface="Arial"/>
                <a:cs typeface="Arial"/>
              </a:defRPr>
            </a:lvl6pPr>
            <a:lvl7pPr algn="l">
              <a:buNone/>
              <a:defRPr sz="1125" b="1">
                <a:solidFill>
                  <a:srgbClr val="C8F1F1"/>
                </a:solidFill>
                <a:latin typeface="Arial"/>
                <a:ea typeface="Arial"/>
                <a:cs typeface="Arial"/>
              </a:defRPr>
            </a:lvl7pPr>
            <a:lvl8pPr algn="l">
              <a:buNone/>
              <a:defRPr sz="1125" b="1">
                <a:solidFill>
                  <a:srgbClr val="C8F1F1"/>
                </a:solidFill>
                <a:latin typeface="Arial"/>
                <a:ea typeface="Arial"/>
                <a:cs typeface="Arial"/>
              </a:defRPr>
            </a:lvl8pPr>
            <a:lvl9pPr algn="l">
              <a:buNone/>
              <a:defRPr sz="1125" b="1">
                <a:solidFill>
                  <a:srgbClr val="C8F1F1"/>
                </a:solidFill>
                <a:latin typeface="Arial"/>
                <a:ea typeface="Arial"/>
                <a:cs typeface="Arial"/>
              </a:defRPr>
            </a:lvl9pPr>
          </a:lstStyle>
          <a:p xmlns:a="http://schemas.openxmlformats.org/drawingml/2006/main">
            <a:pPr algn="l">
              <a:lnSpc>
                <a:spcPct val="105000"/>
              </a:lnSpc>
              <a:buNone/>
              <a:defRPr sz="1125" b="1">
                <a:solidFill>
                  <a:srgbClr val="C8F1F1"/>
                </a:solidFill>
                <a:latin typeface="Arial"/>
                <a:ea typeface="Arial"/>
                <a:cs typeface="Arial"/>
              </a:defRPr>
            </a:pPr>
            <a:r>
              <a:rPr sz="1125" b="1">
                <a:solidFill>
                  <a:srgbClr val="C8F1F1"/>
                </a:solidFill>
                <a:latin typeface="Arial"/>
                <a:ea typeface="Arial"/>
                <a:cs typeface="Arial"/>
              </a:rPr>
              <a:t>MỘT LUỒNG DỮ LIỆU LIÊN TỤC</a:t>
            </a:r>
          </a:p>
        </p:txBody>
      </p:sp>
      <p:sp>
        <p:nvSpPr>
          <p:cNvPr id="12" name="">
            <a:extLst xmlns:a="http://schemas.openxmlformats.org/drawingml/2006/main">
              <a:ext uri="{FF2B5EF4-FFF2-40B4-BE49-F238E27FC236}">
                <a16:creationId xmlns:a16="http://schemas.microsoft.com/office/drawing/2014/main" id="{3C9F2D83-6D7D-450A-93C8-376B00691715}"/>
              </a:ext>
            </a:extLst>
          </p:cNvPr>
          <p:cNvSpPr>
            <a:spLocks xmlns:a="http://schemas.openxmlformats.org/drawingml/2006/main" noGrp="1"/>
          </p:cNvSpPr>
          <p:nvPr/>
        </p:nvSpPr>
        <p:spPr>
          <a:xfrm xmlns:a="http://schemas.openxmlformats.org/drawingml/2006/main">
            <a:off x="5267325" y="2771775"/>
            <a:ext cx="323850" cy="32385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5780EF7-93EF-49D2-B04D-F36301CAC202}"/>
              </a:ext>
            </a:extLst>
          </p:cNvPr>
          <p:cNvSpPr>
            <a:spLocks xmlns:a="http://schemas.openxmlformats.org/drawingml/2006/main" noGrp="1"/>
          </p:cNvSpPr>
          <p:nvPr/>
        </p:nvSpPr>
        <p:spPr>
          <a:xfrm xmlns:a="http://schemas.openxmlformats.org/drawingml/2006/main">
            <a:off x="5286375" y="2838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01</a:t>
            </a:r>
          </a:p>
        </p:txBody>
      </p:sp>
      <p:sp>
        <p:nvSpPr>
          <p:cNvPr id="14" name="">
            <a:extLst xmlns:a="http://schemas.openxmlformats.org/drawingml/2006/main">
              <a:ext uri="{FF2B5EF4-FFF2-40B4-BE49-F238E27FC236}">
                <a16:creationId xmlns:a16="http://schemas.microsoft.com/office/drawing/2014/main" id="{43E1A1A4-3902-4AAB-B4E8-B60C504433AB}"/>
              </a:ext>
            </a:extLst>
          </p:cNvPr>
          <p:cNvSpPr>
            <a:spLocks xmlns:a="http://schemas.openxmlformats.org/drawingml/2006/main" noGrp="1"/>
          </p:cNvSpPr>
          <p:nvPr/>
        </p:nvSpPr>
        <p:spPr>
          <a:xfrm xmlns:a="http://schemas.openxmlformats.org/drawingml/2006/main">
            <a:off x="5705475" y="2762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Tiếp nhận</a:t>
            </a:r>
          </a:p>
        </p:txBody>
      </p:sp>
      <p:sp>
        <p:nvSpPr>
          <p:cNvPr id="15" name="">
            <a:extLst xmlns:a="http://schemas.openxmlformats.org/drawingml/2006/main">
              <a:ext uri="{FF2B5EF4-FFF2-40B4-BE49-F238E27FC236}">
                <a16:creationId xmlns:a16="http://schemas.microsoft.com/office/drawing/2014/main" id="{843E67A8-E8AC-4A98-BDEF-4C1F8C246DD8}"/>
              </a:ext>
            </a:extLst>
          </p:cNvPr>
          <p:cNvSpPr>
            <a:spLocks xmlns:a="http://schemas.openxmlformats.org/drawingml/2006/main" noGrp="1"/>
          </p:cNvSpPr>
          <p:nvPr/>
        </p:nvSpPr>
        <p:spPr>
          <a:xfrm xmlns:a="http://schemas.openxmlformats.org/drawingml/2006/main">
            <a:off x="5705475" y="30861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nhu cầu</a:t>
            </a:r>
          </a:p>
        </p:txBody>
      </p:sp>
      <p:sp>
        <p:nvSpPr>
          <p:cNvPr id="16" name="">
            <a:extLst xmlns:a="http://schemas.openxmlformats.org/drawingml/2006/main">
              <a:ext uri="{FF2B5EF4-FFF2-40B4-BE49-F238E27FC236}">
                <a16:creationId xmlns:a16="http://schemas.microsoft.com/office/drawing/2014/main" id="{74AC93B4-3F16-414F-BD46-48EC20723E4C}"/>
              </a:ext>
            </a:extLst>
          </p:cNvPr>
          <p:cNvSpPr>
            <a:spLocks xmlns:a="http://schemas.openxmlformats.org/drawingml/2006/main" noGrp="1"/>
          </p:cNvSpPr>
          <p:nvPr/>
        </p:nvSpPr>
        <p:spPr>
          <a:xfrm xmlns:a="http://schemas.openxmlformats.org/drawingml/2006/main">
            <a:off x="7296150" y="2771775"/>
            <a:ext cx="323850" cy="32385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79F859-8CE3-4AFE-988B-C8200DA071E4}"/>
              </a:ext>
            </a:extLst>
          </p:cNvPr>
          <p:cNvSpPr>
            <a:spLocks xmlns:a="http://schemas.openxmlformats.org/drawingml/2006/main" noGrp="1"/>
          </p:cNvSpPr>
          <p:nvPr/>
        </p:nvSpPr>
        <p:spPr>
          <a:xfrm xmlns:a="http://schemas.openxmlformats.org/drawingml/2006/main">
            <a:off x="7315200" y="2838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02</a:t>
            </a:r>
          </a:p>
        </p:txBody>
      </p:sp>
      <p:sp>
        <p:nvSpPr>
          <p:cNvPr id="18" name="">
            <a:extLst xmlns:a="http://schemas.openxmlformats.org/drawingml/2006/main">
              <a:ext uri="{FF2B5EF4-FFF2-40B4-BE49-F238E27FC236}">
                <a16:creationId xmlns:a16="http://schemas.microsoft.com/office/drawing/2014/main" id="{268415C1-D24D-41FA-99B4-ED5DB6F4BBF2}"/>
              </a:ext>
            </a:extLst>
          </p:cNvPr>
          <p:cNvSpPr>
            <a:spLocks xmlns:a="http://schemas.openxmlformats.org/drawingml/2006/main" noGrp="1"/>
          </p:cNvSpPr>
          <p:nvPr/>
        </p:nvSpPr>
        <p:spPr>
          <a:xfrm xmlns:a="http://schemas.openxmlformats.org/drawingml/2006/main">
            <a:off x="7734300" y="2762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Rà soát</a:t>
            </a:r>
          </a:p>
        </p:txBody>
      </p:sp>
      <p:sp>
        <p:nvSpPr>
          <p:cNvPr id="19" name="">
            <a:extLst xmlns:a="http://schemas.openxmlformats.org/drawingml/2006/main">
              <a:ext uri="{FF2B5EF4-FFF2-40B4-BE49-F238E27FC236}">
                <a16:creationId xmlns:a16="http://schemas.microsoft.com/office/drawing/2014/main" id="{96FA8A9A-C28B-47C5-BB78-9099B3A4FDCC}"/>
              </a:ext>
            </a:extLst>
          </p:cNvPr>
          <p:cNvSpPr>
            <a:spLocks xmlns:a="http://schemas.openxmlformats.org/drawingml/2006/main" noGrp="1"/>
          </p:cNvSpPr>
          <p:nvPr/>
        </p:nvSpPr>
        <p:spPr>
          <a:xfrm xmlns:a="http://schemas.openxmlformats.org/drawingml/2006/main">
            <a:off x="7734300" y="30861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lịch &amp; hồ sơ</a:t>
            </a:r>
          </a:p>
        </p:txBody>
      </p:sp>
      <p:sp>
        <p:nvSpPr>
          <p:cNvPr id="20" name="">
            <a:extLst xmlns:a="http://schemas.openxmlformats.org/drawingml/2006/main">
              <a:ext uri="{FF2B5EF4-FFF2-40B4-BE49-F238E27FC236}">
                <a16:creationId xmlns:a16="http://schemas.microsoft.com/office/drawing/2014/main" id="{6221CCCE-C517-4C3E-B766-67E56B22B755}"/>
              </a:ext>
            </a:extLst>
          </p:cNvPr>
          <p:cNvSpPr>
            <a:spLocks xmlns:a="http://schemas.openxmlformats.org/drawingml/2006/main" noGrp="1"/>
          </p:cNvSpPr>
          <p:nvPr/>
        </p:nvSpPr>
        <p:spPr>
          <a:xfrm xmlns:a="http://schemas.openxmlformats.org/drawingml/2006/main">
            <a:off x="9324975" y="2771775"/>
            <a:ext cx="323850" cy="323850"/>
          </a:xfrm>
          <a:prstGeom xmlns:a="http://schemas.openxmlformats.org/drawingml/2006/main" prst="ellipse">
            <a:avLst/>
          </a:prstGeom>
          <a:solidFill xmlns:a="http://schemas.openxmlformats.org/drawingml/2006/main">
            <a:srgbClr val="E4B64A"/>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06D7A64-1A91-4D77-BFAF-EE72DB21382C}"/>
              </a:ext>
            </a:extLst>
          </p:cNvPr>
          <p:cNvSpPr>
            <a:spLocks xmlns:a="http://schemas.openxmlformats.org/drawingml/2006/main" noGrp="1"/>
          </p:cNvSpPr>
          <p:nvPr/>
        </p:nvSpPr>
        <p:spPr>
          <a:xfrm xmlns:a="http://schemas.openxmlformats.org/drawingml/2006/main">
            <a:off x="9344025" y="28384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03</a:t>
            </a:r>
          </a:p>
        </p:txBody>
      </p:sp>
      <p:sp>
        <p:nvSpPr>
          <p:cNvPr id="22" name="">
            <a:extLst xmlns:a="http://schemas.openxmlformats.org/drawingml/2006/main">
              <a:ext uri="{FF2B5EF4-FFF2-40B4-BE49-F238E27FC236}">
                <a16:creationId xmlns:a16="http://schemas.microsoft.com/office/drawing/2014/main" id="{E69E13AC-0E0E-4EC5-AE6F-069AC5C16A2C}"/>
              </a:ext>
            </a:extLst>
          </p:cNvPr>
          <p:cNvSpPr>
            <a:spLocks xmlns:a="http://schemas.openxmlformats.org/drawingml/2006/main" noGrp="1"/>
          </p:cNvSpPr>
          <p:nvPr/>
        </p:nvSpPr>
        <p:spPr>
          <a:xfrm xmlns:a="http://schemas.openxmlformats.org/drawingml/2006/main">
            <a:off x="9763125" y="2762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Lập phương án</a:t>
            </a:r>
          </a:p>
        </p:txBody>
      </p:sp>
      <p:sp>
        <p:nvSpPr>
          <p:cNvPr id="23" name="">
            <a:extLst xmlns:a="http://schemas.openxmlformats.org/drawingml/2006/main">
              <a:ext uri="{FF2B5EF4-FFF2-40B4-BE49-F238E27FC236}">
                <a16:creationId xmlns:a16="http://schemas.microsoft.com/office/drawing/2014/main" id="{B94A6487-A7E4-4E61-8E6D-74EE4E4A0936}"/>
              </a:ext>
            </a:extLst>
          </p:cNvPr>
          <p:cNvSpPr>
            <a:spLocks xmlns:a="http://schemas.openxmlformats.org/drawingml/2006/main" noGrp="1"/>
          </p:cNvSpPr>
          <p:nvPr/>
        </p:nvSpPr>
        <p:spPr>
          <a:xfrm xmlns:a="http://schemas.openxmlformats.org/drawingml/2006/main">
            <a:off x="9763125" y="30861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AI + quy tắc</a:t>
            </a:r>
          </a:p>
        </p:txBody>
      </p:sp>
      <p:sp>
        <p:nvSpPr>
          <p:cNvPr id="24" name="">
            <a:extLst xmlns:a="http://schemas.openxmlformats.org/drawingml/2006/main">
              <a:ext uri="{FF2B5EF4-FFF2-40B4-BE49-F238E27FC236}">
                <a16:creationId xmlns:a16="http://schemas.microsoft.com/office/drawing/2014/main" id="{64F65DB6-3CCC-47DE-ADC4-FA628B228F26}"/>
              </a:ext>
            </a:extLst>
          </p:cNvPr>
          <p:cNvSpPr>
            <a:spLocks xmlns:a="http://schemas.openxmlformats.org/drawingml/2006/main" noGrp="1"/>
          </p:cNvSpPr>
          <p:nvPr/>
        </p:nvSpPr>
        <p:spPr>
          <a:xfrm xmlns:a="http://schemas.openxmlformats.org/drawingml/2006/main">
            <a:off x="5267325" y="4219575"/>
            <a:ext cx="323850" cy="32385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EE82331-1497-43A4-9D15-C937543B698F}"/>
              </a:ext>
            </a:extLst>
          </p:cNvPr>
          <p:cNvSpPr>
            <a:spLocks xmlns:a="http://schemas.openxmlformats.org/drawingml/2006/main" noGrp="1"/>
          </p:cNvSpPr>
          <p:nvPr/>
        </p:nvSpPr>
        <p:spPr>
          <a:xfrm xmlns:a="http://schemas.openxmlformats.org/drawingml/2006/main">
            <a:off x="5286375" y="42862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06</a:t>
            </a:r>
          </a:p>
        </p:txBody>
      </p:sp>
      <p:sp>
        <p:nvSpPr>
          <p:cNvPr id="26" name="">
            <a:extLst xmlns:a="http://schemas.openxmlformats.org/drawingml/2006/main">
              <a:ext uri="{FF2B5EF4-FFF2-40B4-BE49-F238E27FC236}">
                <a16:creationId xmlns:a16="http://schemas.microsoft.com/office/drawing/2014/main" id="{40EABDE4-9F8A-40E4-984B-223AF07A211F}"/>
              </a:ext>
            </a:extLst>
          </p:cNvPr>
          <p:cNvSpPr>
            <a:spLocks xmlns:a="http://schemas.openxmlformats.org/drawingml/2006/main" noGrp="1"/>
          </p:cNvSpPr>
          <p:nvPr/>
        </p:nvSpPr>
        <p:spPr>
          <a:xfrm xmlns:a="http://schemas.openxmlformats.org/drawingml/2006/main">
            <a:off x="5705475" y="4210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Theo dõi</a:t>
            </a:r>
          </a:p>
        </p:txBody>
      </p:sp>
      <p:sp>
        <p:nvSpPr>
          <p:cNvPr id="27" name="">
            <a:extLst xmlns:a="http://schemas.openxmlformats.org/drawingml/2006/main">
              <a:ext uri="{FF2B5EF4-FFF2-40B4-BE49-F238E27FC236}">
                <a16:creationId xmlns:a16="http://schemas.microsoft.com/office/drawing/2014/main" id="{6BC448CE-BDE2-4CD5-9148-32DBAB4FBB27}"/>
              </a:ext>
            </a:extLst>
          </p:cNvPr>
          <p:cNvSpPr>
            <a:spLocks xmlns:a="http://schemas.openxmlformats.org/drawingml/2006/main" noGrp="1"/>
          </p:cNvSpPr>
          <p:nvPr/>
        </p:nvSpPr>
        <p:spPr>
          <a:xfrm xmlns:a="http://schemas.openxmlformats.org/drawingml/2006/main">
            <a:off x="5705475" y="45339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&amp; báo cáo</a:t>
            </a:r>
          </a:p>
        </p:txBody>
      </p:sp>
      <p:sp>
        <p:nvSpPr>
          <p:cNvPr id="28" name="">
            <a:extLst xmlns:a="http://schemas.openxmlformats.org/drawingml/2006/main">
              <a:ext uri="{FF2B5EF4-FFF2-40B4-BE49-F238E27FC236}">
                <a16:creationId xmlns:a16="http://schemas.microsoft.com/office/drawing/2014/main" id="{7CC0E039-629F-41F9-9EC3-FBB63F2D1CAE}"/>
              </a:ext>
            </a:extLst>
          </p:cNvPr>
          <p:cNvSpPr>
            <a:spLocks xmlns:a="http://schemas.openxmlformats.org/drawingml/2006/main" noGrp="1"/>
          </p:cNvSpPr>
          <p:nvPr/>
        </p:nvSpPr>
        <p:spPr>
          <a:xfrm xmlns:a="http://schemas.openxmlformats.org/drawingml/2006/main">
            <a:off x="7296150" y="4219575"/>
            <a:ext cx="323850" cy="32385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5D58033-BA84-4CCE-80BE-F0DF8917A60D}"/>
              </a:ext>
            </a:extLst>
          </p:cNvPr>
          <p:cNvSpPr>
            <a:spLocks xmlns:a="http://schemas.openxmlformats.org/drawingml/2006/main" noGrp="1"/>
          </p:cNvSpPr>
          <p:nvPr/>
        </p:nvSpPr>
        <p:spPr>
          <a:xfrm xmlns:a="http://schemas.openxmlformats.org/drawingml/2006/main">
            <a:off x="7315200" y="42862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05</a:t>
            </a:r>
          </a:p>
        </p:txBody>
      </p:sp>
      <p:sp>
        <p:nvSpPr>
          <p:cNvPr id="30" name="">
            <a:extLst xmlns:a="http://schemas.openxmlformats.org/drawingml/2006/main">
              <a:ext uri="{FF2B5EF4-FFF2-40B4-BE49-F238E27FC236}">
                <a16:creationId xmlns:a16="http://schemas.microsoft.com/office/drawing/2014/main" id="{770931B6-E42A-481F-958F-F1277E0EBCA7}"/>
              </a:ext>
            </a:extLst>
          </p:cNvPr>
          <p:cNvSpPr>
            <a:spLocks xmlns:a="http://schemas.openxmlformats.org/drawingml/2006/main" noGrp="1"/>
          </p:cNvSpPr>
          <p:nvPr/>
        </p:nvSpPr>
        <p:spPr>
          <a:xfrm xmlns:a="http://schemas.openxmlformats.org/drawingml/2006/main">
            <a:off x="7734300" y="4210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Kết nối</a:t>
            </a:r>
          </a:p>
        </p:txBody>
      </p:sp>
      <p:sp>
        <p:nvSpPr>
          <p:cNvPr id="31" name="">
            <a:extLst xmlns:a="http://schemas.openxmlformats.org/drawingml/2006/main">
              <a:ext uri="{FF2B5EF4-FFF2-40B4-BE49-F238E27FC236}">
                <a16:creationId xmlns:a16="http://schemas.microsoft.com/office/drawing/2014/main" id="{6027E233-6C1A-4DDF-A50F-3B7DBC167029}"/>
              </a:ext>
            </a:extLst>
          </p:cNvPr>
          <p:cNvSpPr>
            <a:spLocks xmlns:a="http://schemas.openxmlformats.org/drawingml/2006/main" noGrp="1"/>
          </p:cNvSpPr>
          <p:nvPr/>
        </p:nvSpPr>
        <p:spPr>
          <a:xfrm xmlns:a="http://schemas.openxmlformats.org/drawingml/2006/main">
            <a:off x="7734300" y="45339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đăng ký</a:t>
            </a:r>
          </a:p>
        </p:txBody>
      </p:sp>
      <p:sp>
        <p:nvSpPr>
          <p:cNvPr id="32" name="">
            <a:extLst xmlns:a="http://schemas.openxmlformats.org/drawingml/2006/main">
              <a:ext uri="{FF2B5EF4-FFF2-40B4-BE49-F238E27FC236}">
                <a16:creationId xmlns:a16="http://schemas.microsoft.com/office/drawing/2014/main" id="{50504F0E-E3E0-475F-B05D-6D3E74482EC9}"/>
              </a:ext>
            </a:extLst>
          </p:cNvPr>
          <p:cNvSpPr>
            <a:spLocks xmlns:a="http://schemas.openxmlformats.org/drawingml/2006/main" noGrp="1"/>
          </p:cNvSpPr>
          <p:nvPr/>
        </p:nvSpPr>
        <p:spPr>
          <a:xfrm xmlns:a="http://schemas.openxmlformats.org/drawingml/2006/main">
            <a:off x="9324975" y="4219575"/>
            <a:ext cx="323850" cy="32385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0A9358B-A813-49F9-AF49-E4771EE37FD4}"/>
              </a:ext>
            </a:extLst>
          </p:cNvPr>
          <p:cNvSpPr>
            <a:spLocks xmlns:a="http://schemas.openxmlformats.org/drawingml/2006/main" noGrp="1"/>
          </p:cNvSpPr>
          <p:nvPr/>
        </p:nvSpPr>
        <p:spPr>
          <a:xfrm xmlns:a="http://schemas.openxmlformats.org/drawingml/2006/main">
            <a:off x="9344025" y="4286250"/>
            <a:ext cx="28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900" b="1">
                <a:solidFill>
                  <a:srgbClr val="102A43"/>
                </a:solidFill>
                <a:latin typeface="Arial"/>
                <a:ea typeface="Arial"/>
                <a:cs typeface="Arial"/>
              </a:defRPr>
            </a:defPPr>
            <a:lvl1pPr algn="ctr">
              <a:buNone/>
              <a:defRPr sz="900" b="1">
                <a:solidFill>
                  <a:srgbClr val="102A43"/>
                </a:solidFill>
                <a:latin typeface="Arial"/>
                <a:ea typeface="Arial"/>
                <a:cs typeface="Arial"/>
              </a:defRPr>
            </a:lvl1pPr>
            <a:lvl2pPr algn="ctr">
              <a:buNone/>
              <a:defRPr sz="900" b="1">
                <a:solidFill>
                  <a:srgbClr val="102A43"/>
                </a:solidFill>
                <a:latin typeface="Arial"/>
                <a:ea typeface="Arial"/>
                <a:cs typeface="Arial"/>
              </a:defRPr>
            </a:lvl2pPr>
            <a:lvl3pPr algn="ctr">
              <a:buNone/>
              <a:defRPr sz="900" b="1">
                <a:solidFill>
                  <a:srgbClr val="102A43"/>
                </a:solidFill>
                <a:latin typeface="Arial"/>
                <a:ea typeface="Arial"/>
                <a:cs typeface="Arial"/>
              </a:defRPr>
            </a:lvl3pPr>
            <a:lvl4pPr algn="ctr">
              <a:buNone/>
              <a:defRPr sz="900" b="1">
                <a:solidFill>
                  <a:srgbClr val="102A43"/>
                </a:solidFill>
                <a:latin typeface="Arial"/>
                <a:ea typeface="Arial"/>
                <a:cs typeface="Arial"/>
              </a:defRPr>
            </a:lvl4pPr>
            <a:lvl5pPr algn="ctr">
              <a:buNone/>
              <a:defRPr sz="900" b="1">
                <a:solidFill>
                  <a:srgbClr val="102A43"/>
                </a:solidFill>
                <a:latin typeface="Arial"/>
                <a:ea typeface="Arial"/>
                <a:cs typeface="Arial"/>
              </a:defRPr>
            </a:lvl5pPr>
            <a:lvl6pPr algn="ctr">
              <a:buNone/>
              <a:defRPr sz="900" b="1">
                <a:solidFill>
                  <a:srgbClr val="102A43"/>
                </a:solidFill>
                <a:latin typeface="Arial"/>
                <a:ea typeface="Arial"/>
                <a:cs typeface="Arial"/>
              </a:defRPr>
            </a:lvl6pPr>
            <a:lvl7pPr algn="ctr">
              <a:buNone/>
              <a:defRPr sz="900" b="1">
                <a:solidFill>
                  <a:srgbClr val="102A43"/>
                </a:solidFill>
                <a:latin typeface="Arial"/>
                <a:ea typeface="Arial"/>
                <a:cs typeface="Arial"/>
              </a:defRPr>
            </a:lvl7pPr>
            <a:lvl8pPr algn="ctr">
              <a:buNone/>
              <a:defRPr sz="900" b="1">
                <a:solidFill>
                  <a:srgbClr val="102A43"/>
                </a:solidFill>
                <a:latin typeface="Arial"/>
                <a:ea typeface="Arial"/>
                <a:cs typeface="Arial"/>
              </a:defRPr>
            </a:lvl8pPr>
            <a:lvl9pPr algn="ctr">
              <a:buNone/>
              <a:defRPr sz="900" b="1">
                <a:solidFill>
                  <a:srgbClr val="102A43"/>
                </a:solidFill>
                <a:latin typeface="Arial"/>
                <a:ea typeface="Arial"/>
                <a:cs typeface="Arial"/>
              </a:defRPr>
            </a:lvl9pPr>
          </a:lstStyle>
          <a:p xmlns:a="http://schemas.openxmlformats.org/drawingml/2006/main">
            <a:pPr algn="ctr">
              <a:lnSpc>
                <a:spcPct val="105000"/>
              </a:lnSpc>
              <a:buNone/>
              <a:defRPr sz="900" b="1">
                <a:solidFill>
                  <a:srgbClr val="102A43"/>
                </a:solidFill>
                <a:latin typeface="Arial"/>
                <a:ea typeface="Arial"/>
                <a:cs typeface="Arial"/>
              </a:defRPr>
            </a:pPr>
            <a:r>
              <a:rPr sz="900" b="1">
                <a:solidFill>
                  <a:srgbClr val="102A43"/>
                </a:solidFill>
                <a:latin typeface="Arial"/>
                <a:ea typeface="Arial"/>
                <a:cs typeface="Arial"/>
              </a:rPr>
              <a:t>04</a:t>
            </a:r>
          </a:p>
        </p:txBody>
      </p:sp>
      <p:sp>
        <p:nvSpPr>
          <p:cNvPr id="34" name="">
            <a:extLst xmlns:a="http://schemas.openxmlformats.org/drawingml/2006/main">
              <a:ext uri="{FF2B5EF4-FFF2-40B4-BE49-F238E27FC236}">
                <a16:creationId xmlns:a16="http://schemas.microsoft.com/office/drawing/2014/main" id="{1D180CCC-B4FE-4C33-ADE3-23E1FD854BD1}"/>
              </a:ext>
            </a:extLst>
          </p:cNvPr>
          <p:cNvSpPr>
            <a:spLocks xmlns:a="http://schemas.openxmlformats.org/drawingml/2006/main" noGrp="1"/>
          </p:cNvSpPr>
          <p:nvPr/>
        </p:nvSpPr>
        <p:spPr>
          <a:xfrm xmlns:a="http://schemas.openxmlformats.org/drawingml/2006/main">
            <a:off x="9763125" y="42100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FFFF"/>
                </a:solidFill>
                <a:latin typeface="Arial"/>
                <a:ea typeface="Arial"/>
                <a:cs typeface="Arial"/>
              </a:defRPr>
            </a:defPPr>
            <a:lvl1pPr algn="l">
              <a:buNone/>
              <a:defRPr sz="1500" b="1">
                <a:solidFill>
                  <a:srgbClr val="FFFFFF"/>
                </a:solidFill>
                <a:latin typeface="Arial"/>
                <a:ea typeface="Arial"/>
                <a:cs typeface="Arial"/>
              </a:defRPr>
            </a:lvl1pPr>
            <a:lvl2pPr algn="l">
              <a:buNone/>
              <a:defRPr sz="1500" b="1">
                <a:solidFill>
                  <a:srgbClr val="FFFFFF"/>
                </a:solidFill>
                <a:latin typeface="Arial"/>
                <a:ea typeface="Arial"/>
                <a:cs typeface="Arial"/>
              </a:defRPr>
            </a:lvl2pPr>
            <a:lvl3pPr algn="l">
              <a:buNone/>
              <a:defRPr sz="1500" b="1">
                <a:solidFill>
                  <a:srgbClr val="FFFFFF"/>
                </a:solidFill>
                <a:latin typeface="Arial"/>
                <a:ea typeface="Arial"/>
                <a:cs typeface="Arial"/>
              </a:defRPr>
            </a:lvl3pPr>
            <a:lvl4pPr algn="l">
              <a:buNone/>
              <a:defRPr sz="1500" b="1">
                <a:solidFill>
                  <a:srgbClr val="FFFFFF"/>
                </a:solidFill>
                <a:latin typeface="Arial"/>
                <a:ea typeface="Arial"/>
                <a:cs typeface="Arial"/>
              </a:defRPr>
            </a:lvl4pPr>
            <a:lvl5pPr algn="l">
              <a:buNone/>
              <a:defRPr sz="1500" b="1">
                <a:solidFill>
                  <a:srgbClr val="FFFFFF"/>
                </a:solidFill>
                <a:latin typeface="Arial"/>
                <a:ea typeface="Arial"/>
                <a:cs typeface="Arial"/>
              </a:defRPr>
            </a:lvl5pPr>
            <a:lvl6pPr algn="l">
              <a:buNone/>
              <a:defRPr sz="1500" b="1">
                <a:solidFill>
                  <a:srgbClr val="FFFFFF"/>
                </a:solidFill>
                <a:latin typeface="Arial"/>
                <a:ea typeface="Arial"/>
                <a:cs typeface="Arial"/>
              </a:defRPr>
            </a:lvl6pPr>
            <a:lvl7pPr algn="l">
              <a:buNone/>
              <a:defRPr sz="1500" b="1">
                <a:solidFill>
                  <a:srgbClr val="FFFFFF"/>
                </a:solidFill>
                <a:latin typeface="Arial"/>
                <a:ea typeface="Arial"/>
                <a:cs typeface="Arial"/>
              </a:defRPr>
            </a:lvl7pPr>
            <a:lvl8pPr algn="l">
              <a:buNone/>
              <a:defRPr sz="1500" b="1">
                <a:solidFill>
                  <a:srgbClr val="FFFFFF"/>
                </a:solidFill>
                <a:latin typeface="Arial"/>
                <a:ea typeface="Arial"/>
                <a:cs typeface="Arial"/>
              </a:defRPr>
            </a:lvl8pPr>
            <a:lvl9pPr algn="l">
              <a:buNone/>
              <a:defRPr sz="1500" b="1">
                <a:solidFill>
                  <a:srgbClr val="FFFFFF"/>
                </a:solidFill>
                <a:latin typeface="Arial"/>
                <a:ea typeface="Arial"/>
                <a:cs typeface="Arial"/>
              </a:defRPr>
            </a:lvl9pPr>
          </a:lstStyle>
          <a:p xmlns:a="http://schemas.openxmlformats.org/drawingml/2006/main">
            <a:pPr algn="l">
              <a:lnSpc>
                <a:spcPct val="105000"/>
              </a:lnSpc>
              <a:buNone/>
              <a:defRPr sz="1500" b="1">
                <a:solidFill>
                  <a:srgbClr val="FFFFFF"/>
                </a:solidFill>
                <a:latin typeface="Arial"/>
                <a:ea typeface="Arial"/>
                <a:cs typeface="Arial"/>
              </a:defRPr>
            </a:pPr>
            <a:r>
              <a:rPr sz="1500" b="1">
                <a:solidFill>
                  <a:srgbClr val="FFFFFF"/>
                </a:solidFill>
                <a:latin typeface="Arial"/>
                <a:ea typeface="Arial"/>
                <a:cs typeface="Arial"/>
              </a:rPr>
              <a:t>Phê duyệt</a:t>
            </a:r>
          </a:p>
        </p:txBody>
      </p:sp>
      <p:sp>
        <p:nvSpPr>
          <p:cNvPr id="35" name="">
            <a:extLst xmlns:a="http://schemas.openxmlformats.org/drawingml/2006/main">
              <a:ext uri="{FF2B5EF4-FFF2-40B4-BE49-F238E27FC236}">
                <a16:creationId xmlns:a16="http://schemas.microsoft.com/office/drawing/2014/main" id="{88CD7E04-8CFD-4E1C-B935-72F9B6A0335C}"/>
              </a:ext>
            </a:extLst>
          </p:cNvPr>
          <p:cNvSpPr>
            <a:spLocks xmlns:a="http://schemas.openxmlformats.org/drawingml/2006/main" noGrp="1"/>
          </p:cNvSpPr>
          <p:nvPr/>
        </p:nvSpPr>
        <p:spPr>
          <a:xfrm xmlns:a="http://schemas.openxmlformats.org/drawingml/2006/main">
            <a:off x="9763125" y="45339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9D9E4"/>
                </a:solidFill>
                <a:latin typeface="Arial"/>
                <a:ea typeface="Arial"/>
                <a:cs typeface="Arial"/>
              </a:defRPr>
            </a:defPPr>
            <a:lvl1pPr algn="l">
              <a:buNone/>
              <a:defRPr sz="1125" b="0">
                <a:solidFill>
                  <a:srgbClr val="C9D9E4"/>
                </a:solidFill>
                <a:latin typeface="Arial"/>
                <a:ea typeface="Arial"/>
                <a:cs typeface="Arial"/>
              </a:defRPr>
            </a:lvl1pPr>
            <a:lvl2pPr algn="l">
              <a:buNone/>
              <a:defRPr sz="1125" b="0">
                <a:solidFill>
                  <a:srgbClr val="C9D9E4"/>
                </a:solidFill>
                <a:latin typeface="Arial"/>
                <a:ea typeface="Arial"/>
                <a:cs typeface="Arial"/>
              </a:defRPr>
            </a:lvl2pPr>
            <a:lvl3pPr algn="l">
              <a:buNone/>
              <a:defRPr sz="1125" b="0">
                <a:solidFill>
                  <a:srgbClr val="C9D9E4"/>
                </a:solidFill>
                <a:latin typeface="Arial"/>
                <a:ea typeface="Arial"/>
                <a:cs typeface="Arial"/>
              </a:defRPr>
            </a:lvl3pPr>
            <a:lvl4pPr algn="l">
              <a:buNone/>
              <a:defRPr sz="1125" b="0">
                <a:solidFill>
                  <a:srgbClr val="C9D9E4"/>
                </a:solidFill>
                <a:latin typeface="Arial"/>
                <a:ea typeface="Arial"/>
                <a:cs typeface="Arial"/>
              </a:defRPr>
            </a:lvl4pPr>
            <a:lvl5pPr algn="l">
              <a:buNone/>
              <a:defRPr sz="1125" b="0">
                <a:solidFill>
                  <a:srgbClr val="C9D9E4"/>
                </a:solidFill>
                <a:latin typeface="Arial"/>
                <a:ea typeface="Arial"/>
                <a:cs typeface="Arial"/>
              </a:defRPr>
            </a:lvl5pPr>
            <a:lvl6pPr algn="l">
              <a:buNone/>
              <a:defRPr sz="1125" b="0">
                <a:solidFill>
                  <a:srgbClr val="C9D9E4"/>
                </a:solidFill>
                <a:latin typeface="Arial"/>
                <a:ea typeface="Arial"/>
                <a:cs typeface="Arial"/>
              </a:defRPr>
            </a:lvl6pPr>
            <a:lvl7pPr algn="l">
              <a:buNone/>
              <a:defRPr sz="1125" b="0">
                <a:solidFill>
                  <a:srgbClr val="C9D9E4"/>
                </a:solidFill>
                <a:latin typeface="Arial"/>
                <a:ea typeface="Arial"/>
                <a:cs typeface="Arial"/>
              </a:defRPr>
            </a:lvl7pPr>
            <a:lvl8pPr algn="l">
              <a:buNone/>
              <a:defRPr sz="1125" b="0">
                <a:solidFill>
                  <a:srgbClr val="C9D9E4"/>
                </a:solidFill>
                <a:latin typeface="Arial"/>
                <a:ea typeface="Arial"/>
                <a:cs typeface="Arial"/>
              </a:defRPr>
            </a:lvl8pPr>
            <a:lvl9pPr algn="l">
              <a:buNone/>
              <a:defRPr sz="1125" b="0">
                <a:solidFill>
                  <a:srgbClr val="C9D9E4"/>
                </a:solidFill>
                <a:latin typeface="Arial"/>
                <a:ea typeface="Arial"/>
                <a:cs typeface="Arial"/>
              </a:defRPr>
            </a:lvl9pPr>
          </a:lstStyle>
          <a:p xmlns:a="http://schemas.openxmlformats.org/drawingml/2006/main">
            <a:pPr algn="l">
              <a:lnSpc>
                <a:spcPct val="105000"/>
              </a:lnSpc>
              <a:buNone/>
              <a:defRPr sz="1125" b="0">
                <a:solidFill>
                  <a:srgbClr val="C9D9E4"/>
                </a:solidFill>
                <a:latin typeface="Arial"/>
                <a:ea typeface="Arial"/>
                <a:cs typeface="Arial"/>
              </a:defRPr>
            </a:pPr>
            <a:r>
              <a:rPr sz="1125" b="0">
                <a:solidFill>
                  <a:srgbClr val="C9D9E4"/>
                </a:solidFill>
                <a:latin typeface="Arial"/>
                <a:ea typeface="Arial"/>
                <a:cs typeface="Arial"/>
              </a:rPr>
              <a:t>admin</a:t>
            </a:r>
          </a:p>
        </p:txBody>
      </p:sp>
      <p:sp>
        <p:nvSpPr>
          <p:cNvPr id="36" name="">
            <a:extLst xmlns:a="http://schemas.openxmlformats.org/drawingml/2006/main">
              <a:ext uri="{FF2B5EF4-FFF2-40B4-BE49-F238E27FC236}">
                <a16:creationId xmlns:a16="http://schemas.microsoft.com/office/drawing/2014/main" id="{BA367C42-7EC8-40EE-BD14-4C90A01BEBFF}"/>
              </a:ext>
            </a:extLst>
          </p:cNvPr>
          <p:cNvSpPr>
            <a:spLocks xmlns:a="http://schemas.openxmlformats.org/drawingml/2006/main" noGrp="1"/>
          </p:cNvSpPr>
          <p:nvPr/>
        </p:nvSpPr>
        <p:spPr>
          <a:xfrm xmlns:a="http://schemas.openxmlformats.org/drawingml/2006/main">
            <a:off x="6705600" y="3143250"/>
            <a:ext cx="342900" cy="209550"/>
          </a:xfrm>
          <a:prstGeom xmlns:a="http://schemas.openxmlformats.org/drawingml/2006/main" prst="rightArrow">
            <a:avLst/>
          </a:prstGeom>
          <a:solidFill xmlns:a="http://schemas.openxmlformats.org/drawingml/2006/main">
            <a:srgbClr val="3E7189"/>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FDDFF35-3D7F-439E-86CA-679C80D6CEF0}"/>
              </a:ext>
            </a:extLst>
          </p:cNvPr>
          <p:cNvSpPr>
            <a:spLocks xmlns:a="http://schemas.openxmlformats.org/drawingml/2006/main" noGrp="1"/>
          </p:cNvSpPr>
          <p:nvPr/>
        </p:nvSpPr>
        <p:spPr>
          <a:xfrm xmlns:a="http://schemas.openxmlformats.org/drawingml/2006/main">
            <a:off x="8734425" y="3143250"/>
            <a:ext cx="342900" cy="209550"/>
          </a:xfrm>
          <a:prstGeom xmlns:a="http://schemas.openxmlformats.org/drawingml/2006/main" prst="rightArrow">
            <a:avLst/>
          </a:prstGeom>
          <a:solidFill xmlns:a="http://schemas.openxmlformats.org/drawingml/2006/main">
            <a:srgbClr val="3E7189"/>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330A18F-1A61-4CB9-B126-3A6F9B3D8202}"/>
              </a:ext>
            </a:extLst>
          </p:cNvPr>
          <p:cNvSpPr>
            <a:spLocks xmlns:a="http://schemas.openxmlformats.org/drawingml/2006/main" noGrp="1"/>
          </p:cNvSpPr>
          <p:nvPr/>
        </p:nvSpPr>
        <p:spPr>
          <a:xfrm xmlns:a="http://schemas.openxmlformats.org/drawingml/2006/main">
            <a:off x="10572750" y="3476625"/>
            <a:ext cx="209550" cy="457200"/>
          </a:xfrm>
          <a:prstGeom xmlns:a="http://schemas.openxmlformats.org/drawingml/2006/main" prst="downArrow">
            <a:avLst/>
          </a:prstGeom>
          <a:solidFill xmlns:a="http://schemas.openxmlformats.org/drawingml/2006/main">
            <a:srgbClr val="3E7189"/>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1EDC8A2-03C9-4F49-8A6A-0EAF422A78AE}"/>
              </a:ext>
            </a:extLst>
          </p:cNvPr>
          <p:cNvSpPr>
            <a:spLocks xmlns:a="http://schemas.openxmlformats.org/drawingml/2006/main" noGrp="1"/>
          </p:cNvSpPr>
          <p:nvPr/>
        </p:nvSpPr>
        <p:spPr>
          <a:xfrm xmlns:a="http://schemas.openxmlformats.org/drawingml/2006/main">
            <a:off x="8734425" y="4552950"/>
            <a:ext cx="342900" cy="209550"/>
          </a:xfrm>
          <a:prstGeom xmlns:a="http://schemas.openxmlformats.org/drawingml/2006/main" prst="leftArrow">
            <a:avLst/>
          </a:prstGeom>
          <a:solidFill xmlns:a="http://schemas.openxmlformats.org/drawingml/2006/main">
            <a:srgbClr val="3E7189"/>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07F383F4-E7A7-4EBC-8C0B-A4E59F1A09BA}"/>
              </a:ext>
            </a:extLst>
          </p:cNvPr>
          <p:cNvSpPr>
            <a:spLocks xmlns:a="http://schemas.openxmlformats.org/drawingml/2006/main" noGrp="1"/>
          </p:cNvSpPr>
          <p:nvPr/>
        </p:nvSpPr>
        <p:spPr>
          <a:xfrm xmlns:a="http://schemas.openxmlformats.org/drawingml/2006/main">
            <a:off x="6705600" y="4552950"/>
            <a:ext cx="342900" cy="209550"/>
          </a:xfrm>
          <a:prstGeom xmlns:a="http://schemas.openxmlformats.org/drawingml/2006/main" prst="leftArrow">
            <a:avLst/>
          </a:prstGeom>
          <a:solidFill xmlns:a="http://schemas.openxmlformats.org/drawingml/2006/main">
            <a:srgbClr val="3E718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D2632A4-85F5-481B-8790-9A1E6E441B33}"/>
              </a:ext>
            </a:extLst>
          </p:cNvPr>
          <p:cNvSpPr>
            <a:spLocks xmlns:a="http://schemas.openxmlformats.org/drawingml/2006/main" noGrp="1"/>
          </p:cNvSpPr>
          <p:nvPr/>
        </p:nvSpPr>
        <p:spPr>
          <a:xfrm xmlns:a="http://schemas.openxmlformats.org/drawingml/2006/main">
            <a:off x="5029200" y="5219700"/>
            <a:ext cx="6048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C8F1F1"/>
                </a:solidFill>
                <a:latin typeface="Arial"/>
                <a:ea typeface="Arial"/>
                <a:cs typeface="Arial"/>
              </a:defRPr>
            </a:defPPr>
            <a:lvl1pPr algn="l">
              <a:buNone/>
              <a:defRPr sz="1275" b="0">
                <a:solidFill>
                  <a:srgbClr val="C8F1F1"/>
                </a:solidFill>
                <a:latin typeface="Arial"/>
                <a:ea typeface="Arial"/>
                <a:cs typeface="Arial"/>
              </a:defRPr>
            </a:lvl1pPr>
            <a:lvl2pPr algn="l">
              <a:buNone/>
              <a:defRPr sz="1275" b="0">
                <a:solidFill>
                  <a:srgbClr val="C8F1F1"/>
                </a:solidFill>
                <a:latin typeface="Arial"/>
                <a:ea typeface="Arial"/>
                <a:cs typeface="Arial"/>
              </a:defRPr>
            </a:lvl2pPr>
            <a:lvl3pPr algn="l">
              <a:buNone/>
              <a:defRPr sz="1275" b="0">
                <a:solidFill>
                  <a:srgbClr val="C8F1F1"/>
                </a:solidFill>
                <a:latin typeface="Arial"/>
                <a:ea typeface="Arial"/>
                <a:cs typeface="Arial"/>
              </a:defRPr>
            </a:lvl3pPr>
            <a:lvl4pPr algn="l">
              <a:buNone/>
              <a:defRPr sz="1275" b="0">
                <a:solidFill>
                  <a:srgbClr val="C8F1F1"/>
                </a:solidFill>
                <a:latin typeface="Arial"/>
                <a:ea typeface="Arial"/>
                <a:cs typeface="Arial"/>
              </a:defRPr>
            </a:lvl4pPr>
            <a:lvl5pPr algn="l">
              <a:buNone/>
              <a:defRPr sz="1275" b="0">
                <a:solidFill>
                  <a:srgbClr val="C8F1F1"/>
                </a:solidFill>
                <a:latin typeface="Arial"/>
                <a:ea typeface="Arial"/>
                <a:cs typeface="Arial"/>
              </a:defRPr>
            </a:lvl5pPr>
            <a:lvl6pPr algn="l">
              <a:buNone/>
              <a:defRPr sz="1275" b="0">
                <a:solidFill>
                  <a:srgbClr val="C8F1F1"/>
                </a:solidFill>
                <a:latin typeface="Arial"/>
                <a:ea typeface="Arial"/>
                <a:cs typeface="Arial"/>
              </a:defRPr>
            </a:lvl6pPr>
            <a:lvl7pPr algn="l">
              <a:buNone/>
              <a:defRPr sz="1275" b="0">
                <a:solidFill>
                  <a:srgbClr val="C8F1F1"/>
                </a:solidFill>
                <a:latin typeface="Arial"/>
                <a:ea typeface="Arial"/>
                <a:cs typeface="Arial"/>
              </a:defRPr>
            </a:lvl7pPr>
            <a:lvl8pPr algn="l">
              <a:buNone/>
              <a:defRPr sz="1275" b="0">
                <a:solidFill>
                  <a:srgbClr val="C8F1F1"/>
                </a:solidFill>
                <a:latin typeface="Arial"/>
                <a:ea typeface="Arial"/>
                <a:cs typeface="Arial"/>
              </a:defRPr>
            </a:lvl8pPr>
            <a:lvl9pPr algn="l">
              <a:buNone/>
              <a:defRPr sz="1275" b="0">
                <a:solidFill>
                  <a:srgbClr val="C8F1F1"/>
                </a:solidFill>
                <a:latin typeface="Arial"/>
                <a:ea typeface="Arial"/>
                <a:cs typeface="Arial"/>
              </a:defRPr>
            </a:lvl9pPr>
          </a:lstStyle>
          <a:p xmlns:a="http://schemas.openxmlformats.org/drawingml/2006/main">
            <a:pPr algn="l">
              <a:lnSpc>
                <a:spcPct val="105000"/>
              </a:lnSpc>
              <a:buNone/>
              <a:defRPr sz="1275" b="0">
                <a:solidFill>
                  <a:srgbClr val="C8F1F1"/>
                </a:solidFill>
                <a:latin typeface="Arial"/>
                <a:ea typeface="Arial"/>
                <a:cs typeface="Arial"/>
              </a:defRPr>
            </a:pPr>
            <a:r>
              <a:rPr sz="1275" b="0">
                <a:solidFill>
                  <a:srgbClr val="C8F1F1"/>
                </a:solidFill>
                <a:latin typeface="Arial"/>
                <a:ea typeface="Arial"/>
                <a:cs typeface="Arial"/>
              </a:rPr>
              <a:t>Dữ liệu hội nghị, người tham dự và nhiệm vụ được theo dõi trong cùng hệ thống.</a:t>
            </a:r>
          </a:p>
        </p:txBody>
      </p:sp>
    </p:spTree>
    <p:extLst>
      <p:ext uri="{BB962C8B-B14F-4D97-AF65-F5344CB8AC3E}">
        <p14:creationId xmlns:p14="http://schemas.microsoft.com/office/powerpoint/2010/main" val="1716191375"/>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6E6778C-17F3-4478-A911-6DF662C0BA48}"/>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796A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E3D5FC3-0397-4D72-8A1E-88A3ABF3F8AE}"/>
              </a:ext>
            </a:extLst>
          </p:cNvPr>
          <p:cNvSpPr>
            <a:spLocks xmlns:a="http://schemas.openxmlformats.org/drawingml/2006/main" noGrp="1"/>
          </p:cNvSpPr>
          <p:nvPr/>
        </p:nvSpPr>
        <p:spPr>
          <a:xfrm xmlns:a="http://schemas.openxmlformats.org/drawingml/2006/main">
            <a:off x="11144250" y="361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0796A3"/>
                </a:solidFill>
                <a:latin typeface="Arial"/>
                <a:ea typeface="Arial"/>
                <a:cs typeface="Arial"/>
              </a:defRPr>
            </a:defPPr>
            <a:lvl1pPr algn="r">
              <a:buNone/>
              <a:defRPr sz="1200" b="1">
                <a:solidFill>
                  <a:srgbClr val="0796A3"/>
                </a:solidFill>
                <a:latin typeface="Arial"/>
                <a:ea typeface="Arial"/>
                <a:cs typeface="Arial"/>
              </a:defRPr>
            </a:lvl1pPr>
            <a:lvl2pPr algn="r">
              <a:buNone/>
              <a:defRPr sz="1200" b="1">
                <a:solidFill>
                  <a:srgbClr val="0796A3"/>
                </a:solidFill>
                <a:latin typeface="Arial"/>
                <a:ea typeface="Arial"/>
                <a:cs typeface="Arial"/>
              </a:defRPr>
            </a:lvl2pPr>
            <a:lvl3pPr algn="r">
              <a:buNone/>
              <a:defRPr sz="1200" b="1">
                <a:solidFill>
                  <a:srgbClr val="0796A3"/>
                </a:solidFill>
                <a:latin typeface="Arial"/>
                <a:ea typeface="Arial"/>
                <a:cs typeface="Arial"/>
              </a:defRPr>
            </a:lvl3pPr>
            <a:lvl4pPr algn="r">
              <a:buNone/>
              <a:defRPr sz="1200" b="1">
                <a:solidFill>
                  <a:srgbClr val="0796A3"/>
                </a:solidFill>
                <a:latin typeface="Arial"/>
                <a:ea typeface="Arial"/>
                <a:cs typeface="Arial"/>
              </a:defRPr>
            </a:lvl4pPr>
            <a:lvl5pPr algn="r">
              <a:buNone/>
              <a:defRPr sz="1200" b="1">
                <a:solidFill>
                  <a:srgbClr val="0796A3"/>
                </a:solidFill>
                <a:latin typeface="Arial"/>
                <a:ea typeface="Arial"/>
                <a:cs typeface="Arial"/>
              </a:defRPr>
            </a:lvl5pPr>
            <a:lvl6pPr algn="r">
              <a:buNone/>
              <a:defRPr sz="1200" b="1">
                <a:solidFill>
                  <a:srgbClr val="0796A3"/>
                </a:solidFill>
                <a:latin typeface="Arial"/>
                <a:ea typeface="Arial"/>
                <a:cs typeface="Arial"/>
              </a:defRPr>
            </a:lvl6pPr>
            <a:lvl7pPr algn="r">
              <a:buNone/>
              <a:defRPr sz="1200" b="1">
                <a:solidFill>
                  <a:srgbClr val="0796A3"/>
                </a:solidFill>
                <a:latin typeface="Arial"/>
                <a:ea typeface="Arial"/>
                <a:cs typeface="Arial"/>
              </a:defRPr>
            </a:lvl7pPr>
            <a:lvl8pPr algn="r">
              <a:buNone/>
              <a:defRPr sz="1200" b="1">
                <a:solidFill>
                  <a:srgbClr val="0796A3"/>
                </a:solidFill>
                <a:latin typeface="Arial"/>
                <a:ea typeface="Arial"/>
                <a:cs typeface="Arial"/>
              </a:defRPr>
            </a:lvl8pPr>
            <a:lvl9pPr algn="r">
              <a:buNone/>
              <a:defRPr sz="1200" b="1">
                <a:solidFill>
                  <a:srgbClr val="0796A3"/>
                </a:solidFill>
                <a:latin typeface="Arial"/>
                <a:ea typeface="Arial"/>
                <a:cs typeface="Arial"/>
              </a:defRPr>
            </a:lvl9pPr>
          </a:lstStyle>
          <a:p xmlns:a="http://schemas.openxmlformats.org/drawingml/2006/main">
            <a:pPr algn="r">
              <a:lnSpc>
                <a:spcPct val="105000"/>
              </a:lnSpc>
              <a:buNone/>
              <a:defRPr sz="1200" b="1">
                <a:solidFill>
                  <a:srgbClr val="0796A3"/>
                </a:solidFill>
                <a:latin typeface="Arial"/>
                <a:ea typeface="Arial"/>
                <a:cs typeface="Arial"/>
              </a:defRPr>
            </a:pPr>
            <a:r>
              <a:rPr sz="1200" b="1">
                <a:solidFill>
                  <a:srgbClr val="0796A3"/>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BA55C838-A314-4207-9630-DF18F02EEE1A}"/>
              </a:ext>
            </a:extLst>
          </p:cNvPr>
          <p:cNvSpPr>
            <a:spLocks xmlns:a="http://schemas.openxmlformats.org/drawingml/2006/main" noGrp="1"/>
          </p:cNvSpPr>
          <p:nvPr/>
        </p:nvSpPr>
        <p:spPr>
          <a:xfrm xmlns:a="http://schemas.openxmlformats.org/drawingml/2006/main">
            <a:off x="609600" y="4191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02A43"/>
                </a:solidFill>
                <a:latin typeface="Arial"/>
                <a:ea typeface="Arial"/>
                <a:cs typeface="Arial"/>
              </a:defRPr>
            </a:defPPr>
            <a:lvl1pPr algn="l">
              <a:buNone/>
              <a:defRPr sz="2700" b="1">
                <a:solidFill>
                  <a:srgbClr val="102A43"/>
                </a:solidFill>
                <a:latin typeface="Arial"/>
                <a:ea typeface="Arial"/>
                <a:cs typeface="Arial"/>
              </a:defRPr>
            </a:lvl1pPr>
            <a:lvl2pPr algn="l">
              <a:buNone/>
              <a:defRPr sz="2700" b="1">
                <a:solidFill>
                  <a:srgbClr val="102A43"/>
                </a:solidFill>
                <a:latin typeface="Arial"/>
                <a:ea typeface="Arial"/>
                <a:cs typeface="Arial"/>
              </a:defRPr>
            </a:lvl2pPr>
            <a:lvl3pPr algn="l">
              <a:buNone/>
              <a:defRPr sz="2700" b="1">
                <a:solidFill>
                  <a:srgbClr val="102A43"/>
                </a:solidFill>
                <a:latin typeface="Arial"/>
                <a:ea typeface="Arial"/>
                <a:cs typeface="Arial"/>
              </a:defRPr>
            </a:lvl3pPr>
            <a:lvl4pPr algn="l">
              <a:buNone/>
              <a:defRPr sz="2700" b="1">
                <a:solidFill>
                  <a:srgbClr val="102A43"/>
                </a:solidFill>
                <a:latin typeface="Arial"/>
                <a:ea typeface="Arial"/>
                <a:cs typeface="Arial"/>
              </a:defRPr>
            </a:lvl4pPr>
            <a:lvl5pPr algn="l">
              <a:buNone/>
              <a:defRPr sz="2700" b="1">
                <a:solidFill>
                  <a:srgbClr val="102A43"/>
                </a:solidFill>
                <a:latin typeface="Arial"/>
                <a:ea typeface="Arial"/>
                <a:cs typeface="Arial"/>
              </a:defRPr>
            </a:lvl5pPr>
            <a:lvl6pPr algn="l">
              <a:buNone/>
              <a:defRPr sz="2700" b="1">
                <a:solidFill>
                  <a:srgbClr val="102A43"/>
                </a:solidFill>
                <a:latin typeface="Arial"/>
                <a:ea typeface="Arial"/>
                <a:cs typeface="Arial"/>
              </a:defRPr>
            </a:lvl6pPr>
            <a:lvl7pPr algn="l">
              <a:buNone/>
              <a:defRPr sz="2700" b="1">
                <a:solidFill>
                  <a:srgbClr val="102A43"/>
                </a:solidFill>
                <a:latin typeface="Arial"/>
                <a:ea typeface="Arial"/>
                <a:cs typeface="Arial"/>
              </a:defRPr>
            </a:lvl7pPr>
            <a:lvl8pPr algn="l">
              <a:buNone/>
              <a:defRPr sz="2700" b="1">
                <a:solidFill>
                  <a:srgbClr val="102A43"/>
                </a:solidFill>
                <a:latin typeface="Arial"/>
                <a:ea typeface="Arial"/>
                <a:cs typeface="Arial"/>
              </a:defRPr>
            </a:lvl8pPr>
            <a:lvl9pPr algn="l">
              <a:buNone/>
              <a:defRPr sz="2700" b="1">
                <a:solidFill>
                  <a:srgbClr val="102A43"/>
                </a:solidFill>
                <a:latin typeface="Arial"/>
                <a:ea typeface="Arial"/>
                <a:cs typeface="Arial"/>
              </a:defRPr>
            </a:lvl9pPr>
          </a:lstStyle>
          <a:p xmlns:a="http://schemas.openxmlformats.org/drawingml/2006/main">
            <a:pPr algn="l">
              <a:lnSpc>
                <a:spcPct val="105000"/>
              </a:lnSpc>
              <a:buNone/>
              <a:defRPr sz="2700" b="1">
                <a:solidFill>
                  <a:srgbClr val="102A43"/>
                </a:solidFill>
                <a:latin typeface="Arial"/>
                <a:ea typeface="Arial"/>
                <a:cs typeface="Arial"/>
              </a:defRPr>
            </a:pPr>
            <a:r>
              <a:rPr sz="2700" b="1">
                <a:solidFill>
                  <a:srgbClr val="102A43"/>
                </a:solidFill>
                <a:latin typeface="Arial"/>
                <a:ea typeface="Arial"/>
                <a:cs typeface="Arial"/>
              </a:rPr>
              <a:t>AI lập phương án theo ràng buộc rõ</a:t>
            </a:r>
          </a:p>
        </p:txBody>
      </p:sp>
      <p:sp>
        <p:nvSpPr>
          <p:cNvPr id="4" name="">
            <a:extLst xmlns:a="http://schemas.openxmlformats.org/drawingml/2006/main">
              <a:ext uri="{FF2B5EF4-FFF2-40B4-BE49-F238E27FC236}">
                <a16:creationId xmlns:a16="http://schemas.microsoft.com/office/drawing/2014/main" id="{86ABEE44-0CFA-4F91-8EAA-AFDF8D51343B}"/>
              </a:ext>
            </a:extLst>
          </p:cNvPr>
          <p:cNvSpPr>
            <a:spLocks xmlns:a="http://schemas.openxmlformats.org/drawingml/2006/main" noGrp="1"/>
          </p:cNvSpPr>
          <p:nvPr/>
        </p:nvSpPr>
        <p:spPr>
          <a:xfrm xmlns:a="http://schemas.openxmlformats.org/drawingml/2006/main" flipH="0">
            <a:off x="609600" y="1104900"/>
            <a:ext cx="1097280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5" name="">
            <a:extLst xmlns:a="http://schemas.openxmlformats.org/drawingml/2006/main">
              <a:ext uri="{FF2B5EF4-FFF2-40B4-BE49-F238E27FC236}">
                <a16:creationId xmlns:a16="http://schemas.microsoft.com/office/drawing/2014/main" id="{EA802896-8086-4575-950F-4FC4753030DE}"/>
              </a:ext>
            </a:extLst>
          </p:cNvPr>
          <p:cNvSpPr>
            <a:spLocks xmlns:a="http://schemas.openxmlformats.org/drawingml/2006/main" noGrp="1"/>
          </p:cNvSpPr>
          <p:nvPr/>
        </p:nvSpPr>
        <p:spPr>
          <a:xfrm xmlns:a="http://schemas.openxmlformats.org/drawingml/2006/main">
            <a:off x="609600" y="138112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6779"/>
                </a:solidFill>
                <a:latin typeface="Arial"/>
                <a:ea typeface="Arial"/>
                <a:cs typeface="Arial"/>
              </a:defRPr>
            </a:defPPr>
            <a:lvl1pPr algn="l">
              <a:buNone/>
              <a:defRPr sz="1650" b="0">
                <a:solidFill>
                  <a:srgbClr val="526779"/>
                </a:solidFill>
                <a:latin typeface="Arial"/>
                <a:ea typeface="Arial"/>
                <a:cs typeface="Arial"/>
              </a:defRPr>
            </a:lvl1pPr>
            <a:lvl2pPr algn="l">
              <a:buNone/>
              <a:defRPr sz="1650" b="0">
                <a:solidFill>
                  <a:srgbClr val="526779"/>
                </a:solidFill>
                <a:latin typeface="Arial"/>
                <a:ea typeface="Arial"/>
                <a:cs typeface="Arial"/>
              </a:defRPr>
            </a:lvl2pPr>
            <a:lvl3pPr algn="l">
              <a:buNone/>
              <a:defRPr sz="1650" b="0">
                <a:solidFill>
                  <a:srgbClr val="526779"/>
                </a:solidFill>
                <a:latin typeface="Arial"/>
                <a:ea typeface="Arial"/>
                <a:cs typeface="Arial"/>
              </a:defRPr>
            </a:lvl3pPr>
            <a:lvl4pPr algn="l">
              <a:buNone/>
              <a:defRPr sz="1650" b="0">
                <a:solidFill>
                  <a:srgbClr val="526779"/>
                </a:solidFill>
                <a:latin typeface="Arial"/>
                <a:ea typeface="Arial"/>
                <a:cs typeface="Arial"/>
              </a:defRPr>
            </a:lvl4pPr>
            <a:lvl5pPr algn="l">
              <a:buNone/>
              <a:defRPr sz="1650" b="0">
                <a:solidFill>
                  <a:srgbClr val="526779"/>
                </a:solidFill>
                <a:latin typeface="Arial"/>
                <a:ea typeface="Arial"/>
                <a:cs typeface="Arial"/>
              </a:defRPr>
            </a:lvl5pPr>
            <a:lvl6pPr algn="l">
              <a:buNone/>
              <a:defRPr sz="1650" b="0">
                <a:solidFill>
                  <a:srgbClr val="526779"/>
                </a:solidFill>
                <a:latin typeface="Arial"/>
                <a:ea typeface="Arial"/>
                <a:cs typeface="Arial"/>
              </a:defRPr>
            </a:lvl6pPr>
            <a:lvl7pPr algn="l">
              <a:buNone/>
              <a:defRPr sz="1650" b="0">
                <a:solidFill>
                  <a:srgbClr val="526779"/>
                </a:solidFill>
                <a:latin typeface="Arial"/>
                <a:ea typeface="Arial"/>
                <a:cs typeface="Arial"/>
              </a:defRPr>
            </a:lvl7pPr>
            <a:lvl8pPr algn="l">
              <a:buNone/>
              <a:defRPr sz="1650" b="0">
                <a:solidFill>
                  <a:srgbClr val="526779"/>
                </a:solidFill>
                <a:latin typeface="Arial"/>
                <a:ea typeface="Arial"/>
                <a:cs typeface="Arial"/>
              </a:defRPr>
            </a:lvl8pPr>
            <a:lvl9pPr algn="l">
              <a:buNone/>
              <a:defRPr sz="1650" b="0">
                <a:solidFill>
                  <a:srgbClr val="526779"/>
                </a:solidFill>
                <a:latin typeface="Arial"/>
                <a:ea typeface="Arial"/>
                <a:cs typeface="Arial"/>
              </a:defRPr>
            </a:lvl9pPr>
          </a:lstStyle>
          <a:p xmlns:a="http://schemas.openxmlformats.org/drawingml/2006/main">
            <a:pPr algn="l">
              <a:lnSpc>
                <a:spcPct val="105000"/>
              </a:lnSpc>
              <a:buNone/>
              <a:defRPr sz="1650" b="0">
                <a:solidFill>
                  <a:srgbClr val="526779"/>
                </a:solidFill>
                <a:latin typeface="Arial"/>
                <a:ea typeface="Arial"/>
                <a:cs typeface="Arial"/>
              </a:defRPr>
            </a:pPr>
            <a:r>
              <a:rPr sz="1650" b="0">
                <a:solidFill>
                  <a:srgbClr val="526779"/>
                </a:solidFill>
                <a:latin typeface="Arial"/>
                <a:ea typeface="Arial"/>
                <a:cs typeface="Arial"/>
              </a:rPr>
              <a:t>AI tổng hợp đề nghị; backend kiểm tra lịch, tải nhân sự và điều kiện phân công.</a:t>
            </a:r>
          </a:p>
        </p:txBody>
      </p:sp>
      <p:sp>
        <p:nvSpPr>
          <p:cNvPr id="6" name="">
            <a:extLst xmlns:a="http://schemas.openxmlformats.org/drawingml/2006/main">
              <a:ext uri="{FF2B5EF4-FFF2-40B4-BE49-F238E27FC236}">
                <a16:creationId xmlns:a16="http://schemas.microsoft.com/office/drawing/2014/main" id="{AF03FFBF-394A-44A5-A00F-8D8C04322432}"/>
              </a:ext>
            </a:extLst>
          </p:cNvPr>
          <p:cNvSpPr>
            <a:spLocks xmlns:a="http://schemas.openxmlformats.org/drawingml/2006/main" noGrp="1"/>
          </p:cNvSpPr>
          <p:nvPr/>
        </p:nvSpPr>
        <p:spPr>
          <a:xfrm xmlns:a="http://schemas.openxmlformats.org/drawingml/2006/main">
            <a:off x="609600" y="2171700"/>
            <a:ext cx="3048000" cy="2857500"/>
          </a:xfrm>
          <a:prstGeom xmlns:a="http://schemas.openxmlformats.org/drawingml/2006/main" prst="rect">
            <a:avLst/>
          </a:prstGeom>
          <a:solidFill xmlns:a="http://schemas.openxmlformats.org/drawingml/2006/main">
            <a:srgbClr val="E7F2F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D1BBCA-4B38-4BBE-9664-4038FC95FAF3}"/>
              </a:ext>
            </a:extLst>
          </p:cNvPr>
          <p:cNvSpPr>
            <a:spLocks xmlns:a="http://schemas.openxmlformats.org/drawingml/2006/main" noGrp="1"/>
          </p:cNvSpPr>
          <p:nvPr/>
        </p:nvSpPr>
        <p:spPr>
          <a:xfrm xmlns:a="http://schemas.openxmlformats.org/drawingml/2006/main">
            <a:off x="838200" y="23812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796A3"/>
                </a:solidFill>
                <a:latin typeface="Arial"/>
                <a:ea typeface="Arial"/>
                <a:cs typeface="Arial"/>
              </a:defRPr>
            </a:defPPr>
            <a:lvl1pPr algn="l">
              <a:buNone/>
              <a:defRPr sz="1125" b="1">
                <a:solidFill>
                  <a:srgbClr val="0796A3"/>
                </a:solidFill>
                <a:latin typeface="Arial"/>
                <a:ea typeface="Arial"/>
                <a:cs typeface="Arial"/>
              </a:defRPr>
            </a:lvl1pPr>
            <a:lvl2pPr algn="l">
              <a:buNone/>
              <a:defRPr sz="1125" b="1">
                <a:solidFill>
                  <a:srgbClr val="0796A3"/>
                </a:solidFill>
                <a:latin typeface="Arial"/>
                <a:ea typeface="Arial"/>
                <a:cs typeface="Arial"/>
              </a:defRPr>
            </a:lvl2pPr>
            <a:lvl3pPr algn="l">
              <a:buNone/>
              <a:defRPr sz="1125" b="1">
                <a:solidFill>
                  <a:srgbClr val="0796A3"/>
                </a:solidFill>
                <a:latin typeface="Arial"/>
                <a:ea typeface="Arial"/>
                <a:cs typeface="Arial"/>
              </a:defRPr>
            </a:lvl3pPr>
            <a:lvl4pPr algn="l">
              <a:buNone/>
              <a:defRPr sz="1125" b="1">
                <a:solidFill>
                  <a:srgbClr val="0796A3"/>
                </a:solidFill>
                <a:latin typeface="Arial"/>
                <a:ea typeface="Arial"/>
                <a:cs typeface="Arial"/>
              </a:defRPr>
            </a:lvl4pPr>
            <a:lvl5pPr algn="l">
              <a:buNone/>
              <a:defRPr sz="1125" b="1">
                <a:solidFill>
                  <a:srgbClr val="0796A3"/>
                </a:solidFill>
                <a:latin typeface="Arial"/>
                <a:ea typeface="Arial"/>
                <a:cs typeface="Arial"/>
              </a:defRPr>
            </a:lvl5pPr>
            <a:lvl6pPr algn="l">
              <a:buNone/>
              <a:defRPr sz="1125" b="1">
                <a:solidFill>
                  <a:srgbClr val="0796A3"/>
                </a:solidFill>
                <a:latin typeface="Arial"/>
                <a:ea typeface="Arial"/>
                <a:cs typeface="Arial"/>
              </a:defRPr>
            </a:lvl6pPr>
            <a:lvl7pPr algn="l">
              <a:buNone/>
              <a:defRPr sz="1125" b="1">
                <a:solidFill>
                  <a:srgbClr val="0796A3"/>
                </a:solidFill>
                <a:latin typeface="Arial"/>
                <a:ea typeface="Arial"/>
                <a:cs typeface="Arial"/>
              </a:defRPr>
            </a:lvl7pPr>
            <a:lvl8pPr algn="l">
              <a:buNone/>
              <a:defRPr sz="1125" b="1">
                <a:solidFill>
                  <a:srgbClr val="0796A3"/>
                </a:solidFill>
                <a:latin typeface="Arial"/>
                <a:ea typeface="Arial"/>
                <a:cs typeface="Arial"/>
              </a:defRPr>
            </a:lvl8pPr>
            <a:lvl9pPr algn="l">
              <a:buNone/>
              <a:defRPr sz="1125" b="1">
                <a:solidFill>
                  <a:srgbClr val="0796A3"/>
                </a:solidFill>
                <a:latin typeface="Arial"/>
                <a:ea typeface="Arial"/>
                <a:cs typeface="Arial"/>
              </a:defRPr>
            </a:lvl9pPr>
          </a:lstStyle>
          <a:p xmlns:a="http://schemas.openxmlformats.org/drawingml/2006/main">
            <a:pPr algn="l">
              <a:lnSpc>
                <a:spcPct val="105000"/>
              </a:lnSpc>
              <a:buNone/>
              <a:defRPr sz="1125" b="1">
                <a:solidFill>
                  <a:srgbClr val="0796A3"/>
                </a:solidFill>
                <a:latin typeface="Arial"/>
                <a:ea typeface="Arial"/>
                <a:cs typeface="Arial"/>
              </a:defRPr>
            </a:pPr>
            <a:r>
              <a:rPr sz="1125" b="1">
                <a:solidFill>
                  <a:srgbClr val="0796A3"/>
                </a:solidFill>
                <a:latin typeface="Arial"/>
                <a:ea typeface="Arial"/>
                <a:cs typeface="Arial"/>
              </a:rPr>
              <a:t>ĐẦU VÀO</a:t>
            </a:r>
          </a:p>
        </p:txBody>
      </p:sp>
      <p:sp>
        <p:nvSpPr>
          <p:cNvPr id="8" name="">
            <a:extLst xmlns:a="http://schemas.openxmlformats.org/drawingml/2006/main">
              <a:ext uri="{FF2B5EF4-FFF2-40B4-BE49-F238E27FC236}">
                <a16:creationId xmlns:a16="http://schemas.microsoft.com/office/drawing/2014/main" id="{A161C516-7954-449D-A868-28CDD6F36A40}"/>
              </a:ext>
            </a:extLst>
          </p:cNvPr>
          <p:cNvSpPr>
            <a:spLocks xmlns:a="http://schemas.openxmlformats.org/drawingml/2006/main" noGrp="1"/>
          </p:cNvSpPr>
          <p:nvPr/>
        </p:nvSpPr>
        <p:spPr>
          <a:xfrm xmlns:a="http://schemas.openxmlformats.org/drawingml/2006/main">
            <a:off x="838200" y="2895600"/>
            <a:ext cx="25908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324F"/>
                </a:solidFill>
                <a:latin typeface="Arial"/>
                <a:ea typeface="Arial"/>
                <a:cs typeface="Arial"/>
              </a:defRPr>
            </a:defPPr>
            <a:lvl1pPr algn="l">
              <a:buNone/>
              <a:defRPr sz="1575" b="0">
                <a:solidFill>
                  <a:srgbClr val="16324F"/>
                </a:solidFill>
                <a:latin typeface="Arial"/>
                <a:ea typeface="Arial"/>
                <a:cs typeface="Arial"/>
              </a:defRPr>
            </a:lvl1pPr>
            <a:lvl2pPr algn="l">
              <a:buNone/>
              <a:defRPr sz="1575" b="0">
                <a:solidFill>
                  <a:srgbClr val="16324F"/>
                </a:solidFill>
                <a:latin typeface="Arial"/>
                <a:ea typeface="Arial"/>
                <a:cs typeface="Arial"/>
              </a:defRPr>
            </a:lvl2pPr>
            <a:lvl3pPr algn="l">
              <a:buNone/>
              <a:defRPr sz="1575" b="0">
                <a:solidFill>
                  <a:srgbClr val="16324F"/>
                </a:solidFill>
                <a:latin typeface="Arial"/>
                <a:ea typeface="Arial"/>
                <a:cs typeface="Arial"/>
              </a:defRPr>
            </a:lvl3pPr>
            <a:lvl4pPr algn="l">
              <a:buNone/>
              <a:defRPr sz="1575" b="0">
                <a:solidFill>
                  <a:srgbClr val="16324F"/>
                </a:solidFill>
                <a:latin typeface="Arial"/>
                <a:ea typeface="Arial"/>
                <a:cs typeface="Arial"/>
              </a:defRPr>
            </a:lvl4pPr>
            <a:lvl5pPr algn="l">
              <a:buNone/>
              <a:defRPr sz="1575" b="0">
                <a:solidFill>
                  <a:srgbClr val="16324F"/>
                </a:solidFill>
                <a:latin typeface="Arial"/>
                <a:ea typeface="Arial"/>
                <a:cs typeface="Arial"/>
              </a:defRPr>
            </a:lvl5pPr>
            <a:lvl6pPr algn="l">
              <a:buNone/>
              <a:defRPr sz="1575" b="0">
                <a:solidFill>
                  <a:srgbClr val="16324F"/>
                </a:solidFill>
                <a:latin typeface="Arial"/>
                <a:ea typeface="Arial"/>
                <a:cs typeface="Arial"/>
              </a:defRPr>
            </a:lvl6pPr>
            <a:lvl7pPr algn="l">
              <a:buNone/>
              <a:defRPr sz="1575" b="0">
                <a:solidFill>
                  <a:srgbClr val="16324F"/>
                </a:solidFill>
                <a:latin typeface="Arial"/>
                <a:ea typeface="Arial"/>
                <a:cs typeface="Arial"/>
              </a:defRPr>
            </a:lvl7pPr>
            <a:lvl8pPr algn="l">
              <a:buNone/>
              <a:defRPr sz="1575" b="0">
                <a:solidFill>
                  <a:srgbClr val="16324F"/>
                </a:solidFill>
                <a:latin typeface="Arial"/>
                <a:ea typeface="Arial"/>
                <a:cs typeface="Arial"/>
              </a:defRPr>
            </a:lvl8pPr>
            <a:lvl9pPr algn="l">
              <a:buNone/>
              <a:defRPr sz="1575" b="0">
                <a:solidFill>
                  <a:srgbClr val="16324F"/>
                </a:solidFill>
                <a:latin typeface="Arial"/>
                <a:ea typeface="Arial"/>
                <a:cs typeface="Arial"/>
              </a:defRPr>
            </a:lvl9pPr>
          </a:lstStyle>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Đơn vị · chủ đề</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Ngày mong muốn</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Quy mô dự kiến</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Lịch &amp; tải công việc hiện có</a:t>
            </a:r>
          </a:p>
        </p:txBody>
      </p:sp>
      <p:sp>
        <p:nvSpPr>
          <p:cNvPr id="9" name="">
            <a:extLst xmlns:a="http://schemas.openxmlformats.org/drawingml/2006/main">
              <a:ext uri="{FF2B5EF4-FFF2-40B4-BE49-F238E27FC236}">
                <a16:creationId xmlns:a16="http://schemas.microsoft.com/office/drawing/2014/main" id="{9D153748-FB98-4F9C-87FB-01CA6D5BAAC1}"/>
              </a:ext>
            </a:extLst>
          </p:cNvPr>
          <p:cNvSpPr>
            <a:spLocks xmlns:a="http://schemas.openxmlformats.org/drawingml/2006/main" noGrp="1"/>
          </p:cNvSpPr>
          <p:nvPr/>
        </p:nvSpPr>
        <p:spPr>
          <a:xfrm xmlns:a="http://schemas.openxmlformats.org/drawingml/2006/main">
            <a:off x="4572000" y="2171700"/>
            <a:ext cx="3048000" cy="2857500"/>
          </a:xfrm>
          <a:prstGeom xmlns:a="http://schemas.openxmlformats.org/drawingml/2006/main" prst="rect">
            <a:avLst/>
          </a:prstGeom>
          <a:solidFill xmlns:a="http://schemas.openxmlformats.org/drawingml/2006/main">
            <a:srgbClr val="DDF4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048C86C-FBF6-47AE-B948-9C627B75A333}"/>
              </a:ext>
            </a:extLst>
          </p:cNvPr>
          <p:cNvSpPr>
            <a:spLocks xmlns:a="http://schemas.openxmlformats.org/drawingml/2006/main" noGrp="1"/>
          </p:cNvSpPr>
          <p:nvPr/>
        </p:nvSpPr>
        <p:spPr>
          <a:xfrm xmlns:a="http://schemas.openxmlformats.org/drawingml/2006/main">
            <a:off x="4800600" y="23812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796A3"/>
                </a:solidFill>
                <a:latin typeface="Arial"/>
                <a:ea typeface="Arial"/>
                <a:cs typeface="Arial"/>
              </a:defRPr>
            </a:defPPr>
            <a:lvl1pPr algn="l">
              <a:buNone/>
              <a:defRPr sz="1125" b="1">
                <a:solidFill>
                  <a:srgbClr val="0796A3"/>
                </a:solidFill>
                <a:latin typeface="Arial"/>
                <a:ea typeface="Arial"/>
                <a:cs typeface="Arial"/>
              </a:defRPr>
            </a:lvl1pPr>
            <a:lvl2pPr algn="l">
              <a:buNone/>
              <a:defRPr sz="1125" b="1">
                <a:solidFill>
                  <a:srgbClr val="0796A3"/>
                </a:solidFill>
                <a:latin typeface="Arial"/>
                <a:ea typeface="Arial"/>
                <a:cs typeface="Arial"/>
              </a:defRPr>
            </a:lvl2pPr>
            <a:lvl3pPr algn="l">
              <a:buNone/>
              <a:defRPr sz="1125" b="1">
                <a:solidFill>
                  <a:srgbClr val="0796A3"/>
                </a:solidFill>
                <a:latin typeface="Arial"/>
                <a:ea typeface="Arial"/>
                <a:cs typeface="Arial"/>
              </a:defRPr>
            </a:lvl3pPr>
            <a:lvl4pPr algn="l">
              <a:buNone/>
              <a:defRPr sz="1125" b="1">
                <a:solidFill>
                  <a:srgbClr val="0796A3"/>
                </a:solidFill>
                <a:latin typeface="Arial"/>
                <a:ea typeface="Arial"/>
                <a:cs typeface="Arial"/>
              </a:defRPr>
            </a:lvl4pPr>
            <a:lvl5pPr algn="l">
              <a:buNone/>
              <a:defRPr sz="1125" b="1">
                <a:solidFill>
                  <a:srgbClr val="0796A3"/>
                </a:solidFill>
                <a:latin typeface="Arial"/>
                <a:ea typeface="Arial"/>
                <a:cs typeface="Arial"/>
              </a:defRPr>
            </a:lvl5pPr>
            <a:lvl6pPr algn="l">
              <a:buNone/>
              <a:defRPr sz="1125" b="1">
                <a:solidFill>
                  <a:srgbClr val="0796A3"/>
                </a:solidFill>
                <a:latin typeface="Arial"/>
                <a:ea typeface="Arial"/>
                <a:cs typeface="Arial"/>
              </a:defRPr>
            </a:lvl6pPr>
            <a:lvl7pPr algn="l">
              <a:buNone/>
              <a:defRPr sz="1125" b="1">
                <a:solidFill>
                  <a:srgbClr val="0796A3"/>
                </a:solidFill>
                <a:latin typeface="Arial"/>
                <a:ea typeface="Arial"/>
                <a:cs typeface="Arial"/>
              </a:defRPr>
            </a:lvl7pPr>
            <a:lvl8pPr algn="l">
              <a:buNone/>
              <a:defRPr sz="1125" b="1">
                <a:solidFill>
                  <a:srgbClr val="0796A3"/>
                </a:solidFill>
                <a:latin typeface="Arial"/>
                <a:ea typeface="Arial"/>
                <a:cs typeface="Arial"/>
              </a:defRPr>
            </a:lvl8pPr>
            <a:lvl9pPr algn="l">
              <a:buNone/>
              <a:defRPr sz="1125" b="1">
                <a:solidFill>
                  <a:srgbClr val="0796A3"/>
                </a:solidFill>
                <a:latin typeface="Arial"/>
                <a:ea typeface="Arial"/>
                <a:cs typeface="Arial"/>
              </a:defRPr>
            </a:lvl9pPr>
          </a:lstStyle>
          <a:p xmlns:a="http://schemas.openxmlformats.org/drawingml/2006/main">
            <a:pPr algn="l">
              <a:lnSpc>
                <a:spcPct val="105000"/>
              </a:lnSpc>
              <a:buNone/>
              <a:defRPr sz="1125" b="1">
                <a:solidFill>
                  <a:srgbClr val="0796A3"/>
                </a:solidFill>
                <a:latin typeface="Arial"/>
                <a:ea typeface="Arial"/>
                <a:cs typeface="Arial"/>
              </a:defRPr>
            </a:pPr>
            <a:r>
              <a:rPr sz="1125" b="1">
                <a:solidFill>
                  <a:srgbClr val="0796A3"/>
                </a:solidFill>
                <a:latin typeface="Arial"/>
                <a:ea typeface="Arial"/>
                <a:cs typeface="Arial"/>
              </a:rPr>
              <a:t>KIỂM TRA QUY TẮC</a:t>
            </a:r>
          </a:p>
        </p:txBody>
      </p:sp>
      <p:sp>
        <p:nvSpPr>
          <p:cNvPr id="11" name="">
            <a:extLst xmlns:a="http://schemas.openxmlformats.org/drawingml/2006/main">
              <a:ext uri="{FF2B5EF4-FFF2-40B4-BE49-F238E27FC236}">
                <a16:creationId xmlns:a16="http://schemas.microsoft.com/office/drawing/2014/main" id="{CE91A396-097F-44BA-BCC3-1C56FEB9AB3A}"/>
              </a:ext>
            </a:extLst>
          </p:cNvPr>
          <p:cNvSpPr>
            <a:spLocks xmlns:a="http://schemas.openxmlformats.org/drawingml/2006/main" noGrp="1"/>
          </p:cNvSpPr>
          <p:nvPr/>
        </p:nvSpPr>
        <p:spPr>
          <a:xfrm xmlns:a="http://schemas.openxmlformats.org/drawingml/2006/main">
            <a:off x="4800600" y="2895600"/>
            <a:ext cx="25908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16324F"/>
                </a:solidFill>
                <a:latin typeface="Arial"/>
                <a:ea typeface="Arial"/>
                <a:cs typeface="Arial"/>
              </a:defRPr>
            </a:defPPr>
            <a:lvl1pPr algn="l">
              <a:buNone/>
              <a:defRPr sz="1275" b="0">
                <a:solidFill>
                  <a:srgbClr val="16324F"/>
                </a:solidFill>
                <a:latin typeface="Arial"/>
                <a:ea typeface="Arial"/>
                <a:cs typeface="Arial"/>
              </a:defRPr>
            </a:lvl1pPr>
            <a:lvl2pPr algn="l">
              <a:buNone/>
              <a:defRPr sz="1275" b="0">
                <a:solidFill>
                  <a:srgbClr val="16324F"/>
                </a:solidFill>
                <a:latin typeface="Arial"/>
                <a:ea typeface="Arial"/>
                <a:cs typeface="Arial"/>
              </a:defRPr>
            </a:lvl2pPr>
            <a:lvl3pPr algn="l">
              <a:buNone/>
              <a:defRPr sz="1275" b="0">
                <a:solidFill>
                  <a:srgbClr val="16324F"/>
                </a:solidFill>
                <a:latin typeface="Arial"/>
                <a:ea typeface="Arial"/>
                <a:cs typeface="Arial"/>
              </a:defRPr>
            </a:lvl3pPr>
            <a:lvl4pPr algn="l">
              <a:buNone/>
              <a:defRPr sz="1275" b="0">
                <a:solidFill>
                  <a:srgbClr val="16324F"/>
                </a:solidFill>
                <a:latin typeface="Arial"/>
                <a:ea typeface="Arial"/>
                <a:cs typeface="Arial"/>
              </a:defRPr>
            </a:lvl4pPr>
            <a:lvl5pPr algn="l">
              <a:buNone/>
              <a:defRPr sz="1275" b="0">
                <a:solidFill>
                  <a:srgbClr val="16324F"/>
                </a:solidFill>
                <a:latin typeface="Arial"/>
                <a:ea typeface="Arial"/>
                <a:cs typeface="Arial"/>
              </a:defRPr>
            </a:lvl5pPr>
            <a:lvl6pPr algn="l">
              <a:buNone/>
              <a:defRPr sz="1275" b="0">
                <a:solidFill>
                  <a:srgbClr val="16324F"/>
                </a:solidFill>
                <a:latin typeface="Arial"/>
                <a:ea typeface="Arial"/>
                <a:cs typeface="Arial"/>
              </a:defRPr>
            </a:lvl6pPr>
            <a:lvl7pPr algn="l">
              <a:buNone/>
              <a:defRPr sz="1275" b="0">
                <a:solidFill>
                  <a:srgbClr val="16324F"/>
                </a:solidFill>
                <a:latin typeface="Arial"/>
                <a:ea typeface="Arial"/>
                <a:cs typeface="Arial"/>
              </a:defRPr>
            </a:lvl7pPr>
            <a:lvl8pPr algn="l">
              <a:buNone/>
              <a:defRPr sz="1275" b="0">
                <a:solidFill>
                  <a:srgbClr val="16324F"/>
                </a:solidFill>
                <a:latin typeface="Arial"/>
                <a:ea typeface="Arial"/>
                <a:cs typeface="Arial"/>
              </a:defRPr>
            </a:lvl8pPr>
            <a:lvl9pPr algn="l">
              <a:buNone/>
              <a:defRPr sz="1275" b="0">
                <a:solidFill>
                  <a:srgbClr val="16324F"/>
                </a:solidFill>
                <a:latin typeface="Arial"/>
                <a:ea typeface="Arial"/>
                <a:cs typeface="Arial"/>
              </a:defRPr>
            </a:lvl9pPr>
          </a:lstStyle>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Không trùng lịch đã duyệt</a:t>
            </a:r>
          </a:p>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Tối đa 15 hội nghị/tháng</a:t>
            </a:r>
          </a:p>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Cán bộ: 5/tháng · 2/tuần</a:t>
            </a:r>
          </a:p>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Báo cáo viên: 3/tháng · 1/tuần</a:t>
            </a:r>
          </a:p>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Mỗi hội nghị: 3 chính thức + 1 dự bị;</a:t>
            </a:r>
          </a:p>
          <a:p xmlns:a="http://schemas.openxmlformats.org/drawingml/2006/main">
            <a:pPr algn="l">
              <a:lnSpc>
                <a:spcPct val="113000"/>
              </a:lnSpc>
              <a:buNone/>
              <a:defRPr sz="1275" b="0">
                <a:solidFill>
                  <a:srgbClr val="16324F"/>
                </a:solidFill>
                <a:latin typeface="Arial"/>
                <a:ea typeface="Arial"/>
                <a:cs typeface="Arial"/>
              </a:defRPr>
            </a:pPr>
            <a:r>
              <a:rPr sz="1275" b="0">
                <a:solidFill>
                  <a:srgbClr val="16324F"/>
                </a:solidFill>
                <a:latin typeface="Arial"/>
                <a:ea typeface="Arial"/>
                <a:cs typeface="Arial"/>
              </a:rPr>
              <a:t>1 báo cáo viên chính + 1 dự bị</a:t>
            </a:r>
          </a:p>
        </p:txBody>
      </p:sp>
      <p:sp>
        <p:nvSpPr>
          <p:cNvPr id="12" name="">
            <a:extLst xmlns:a="http://schemas.openxmlformats.org/drawingml/2006/main">
              <a:ext uri="{FF2B5EF4-FFF2-40B4-BE49-F238E27FC236}">
                <a16:creationId xmlns:a16="http://schemas.microsoft.com/office/drawing/2014/main" id="{2F888F38-3738-434A-86FF-F8ECA931BCD6}"/>
              </a:ext>
            </a:extLst>
          </p:cNvPr>
          <p:cNvSpPr>
            <a:spLocks xmlns:a="http://schemas.openxmlformats.org/drawingml/2006/main" noGrp="1"/>
          </p:cNvSpPr>
          <p:nvPr/>
        </p:nvSpPr>
        <p:spPr>
          <a:xfrm xmlns:a="http://schemas.openxmlformats.org/drawingml/2006/main">
            <a:off x="8534400" y="2171700"/>
            <a:ext cx="3048000" cy="2857500"/>
          </a:xfrm>
          <a:prstGeom xmlns:a="http://schemas.openxmlformats.org/drawingml/2006/main" prst="rect">
            <a:avLst/>
          </a:prstGeom>
          <a:solidFill xmlns:a="http://schemas.openxmlformats.org/drawingml/2006/main">
            <a:srgbClr val="FFF1C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0088DFB-52FE-44BC-96A1-488E0BD54420}"/>
              </a:ext>
            </a:extLst>
          </p:cNvPr>
          <p:cNvSpPr>
            <a:spLocks xmlns:a="http://schemas.openxmlformats.org/drawingml/2006/main" noGrp="1"/>
          </p:cNvSpPr>
          <p:nvPr/>
        </p:nvSpPr>
        <p:spPr>
          <a:xfrm xmlns:a="http://schemas.openxmlformats.org/drawingml/2006/main">
            <a:off x="8763000" y="2381250"/>
            <a:ext cx="2590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0796A3"/>
                </a:solidFill>
                <a:latin typeface="Arial"/>
                <a:ea typeface="Arial"/>
                <a:cs typeface="Arial"/>
              </a:defRPr>
            </a:defPPr>
            <a:lvl1pPr algn="l">
              <a:buNone/>
              <a:defRPr sz="1125" b="1">
                <a:solidFill>
                  <a:srgbClr val="0796A3"/>
                </a:solidFill>
                <a:latin typeface="Arial"/>
                <a:ea typeface="Arial"/>
                <a:cs typeface="Arial"/>
              </a:defRPr>
            </a:lvl1pPr>
            <a:lvl2pPr algn="l">
              <a:buNone/>
              <a:defRPr sz="1125" b="1">
                <a:solidFill>
                  <a:srgbClr val="0796A3"/>
                </a:solidFill>
                <a:latin typeface="Arial"/>
                <a:ea typeface="Arial"/>
                <a:cs typeface="Arial"/>
              </a:defRPr>
            </a:lvl2pPr>
            <a:lvl3pPr algn="l">
              <a:buNone/>
              <a:defRPr sz="1125" b="1">
                <a:solidFill>
                  <a:srgbClr val="0796A3"/>
                </a:solidFill>
                <a:latin typeface="Arial"/>
                <a:ea typeface="Arial"/>
                <a:cs typeface="Arial"/>
              </a:defRPr>
            </a:lvl3pPr>
            <a:lvl4pPr algn="l">
              <a:buNone/>
              <a:defRPr sz="1125" b="1">
                <a:solidFill>
                  <a:srgbClr val="0796A3"/>
                </a:solidFill>
                <a:latin typeface="Arial"/>
                <a:ea typeface="Arial"/>
                <a:cs typeface="Arial"/>
              </a:defRPr>
            </a:lvl4pPr>
            <a:lvl5pPr algn="l">
              <a:buNone/>
              <a:defRPr sz="1125" b="1">
                <a:solidFill>
                  <a:srgbClr val="0796A3"/>
                </a:solidFill>
                <a:latin typeface="Arial"/>
                <a:ea typeface="Arial"/>
                <a:cs typeface="Arial"/>
              </a:defRPr>
            </a:lvl5pPr>
            <a:lvl6pPr algn="l">
              <a:buNone/>
              <a:defRPr sz="1125" b="1">
                <a:solidFill>
                  <a:srgbClr val="0796A3"/>
                </a:solidFill>
                <a:latin typeface="Arial"/>
                <a:ea typeface="Arial"/>
                <a:cs typeface="Arial"/>
              </a:defRPr>
            </a:lvl6pPr>
            <a:lvl7pPr algn="l">
              <a:buNone/>
              <a:defRPr sz="1125" b="1">
                <a:solidFill>
                  <a:srgbClr val="0796A3"/>
                </a:solidFill>
                <a:latin typeface="Arial"/>
                <a:ea typeface="Arial"/>
                <a:cs typeface="Arial"/>
              </a:defRPr>
            </a:lvl7pPr>
            <a:lvl8pPr algn="l">
              <a:buNone/>
              <a:defRPr sz="1125" b="1">
                <a:solidFill>
                  <a:srgbClr val="0796A3"/>
                </a:solidFill>
                <a:latin typeface="Arial"/>
                <a:ea typeface="Arial"/>
                <a:cs typeface="Arial"/>
              </a:defRPr>
            </a:lvl8pPr>
            <a:lvl9pPr algn="l">
              <a:buNone/>
              <a:defRPr sz="1125" b="1">
                <a:solidFill>
                  <a:srgbClr val="0796A3"/>
                </a:solidFill>
                <a:latin typeface="Arial"/>
                <a:ea typeface="Arial"/>
                <a:cs typeface="Arial"/>
              </a:defRPr>
            </a:lvl9pPr>
          </a:lstStyle>
          <a:p xmlns:a="http://schemas.openxmlformats.org/drawingml/2006/main">
            <a:pPr algn="l">
              <a:lnSpc>
                <a:spcPct val="105000"/>
              </a:lnSpc>
              <a:buNone/>
              <a:defRPr sz="1125" b="1">
                <a:solidFill>
                  <a:srgbClr val="0796A3"/>
                </a:solidFill>
                <a:latin typeface="Arial"/>
                <a:ea typeface="Arial"/>
                <a:cs typeface="Arial"/>
              </a:defRPr>
            </a:pPr>
            <a:r>
              <a:rPr sz="1125" b="1">
                <a:solidFill>
                  <a:srgbClr val="0796A3"/>
                </a:solidFill>
                <a:latin typeface="Arial"/>
                <a:ea typeface="Arial"/>
                <a:cs typeface="Arial"/>
              </a:rPr>
              <a:t>BẢN NHÁP CHO ADMIN</a:t>
            </a:r>
          </a:p>
        </p:txBody>
      </p:sp>
      <p:sp>
        <p:nvSpPr>
          <p:cNvPr id="14" name="">
            <a:extLst xmlns:a="http://schemas.openxmlformats.org/drawingml/2006/main">
              <a:ext uri="{FF2B5EF4-FFF2-40B4-BE49-F238E27FC236}">
                <a16:creationId xmlns:a16="http://schemas.microsoft.com/office/drawing/2014/main" id="{BA907032-190B-452C-BCF1-AEC68ED857C9}"/>
              </a:ext>
            </a:extLst>
          </p:cNvPr>
          <p:cNvSpPr>
            <a:spLocks xmlns:a="http://schemas.openxmlformats.org/drawingml/2006/main" noGrp="1"/>
          </p:cNvSpPr>
          <p:nvPr/>
        </p:nvSpPr>
        <p:spPr>
          <a:xfrm xmlns:a="http://schemas.openxmlformats.org/drawingml/2006/main">
            <a:off x="8763000" y="2895600"/>
            <a:ext cx="25908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324F"/>
                </a:solidFill>
                <a:latin typeface="Arial"/>
                <a:ea typeface="Arial"/>
                <a:cs typeface="Arial"/>
              </a:defRPr>
            </a:defPPr>
            <a:lvl1pPr algn="l">
              <a:buNone/>
              <a:defRPr sz="1575" b="0">
                <a:solidFill>
                  <a:srgbClr val="16324F"/>
                </a:solidFill>
                <a:latin typeface="Arial"/>
                <a:ea typeface="Arial"/>
                <a:cs typeface="Arial"/>
              </a:defRPr>
            </a:lvl1pPr>
            <a:lvl2pPr algn="l">
              <a:buNone/>
              <a:defRPr sz="1575" b="0">
                <a:solidFill>
                  <a:srgbClr val="16324F"/>
                </a:solidFill>
                <a:latin typeface="Arial"/>
                <a:ea typeface="Arial"/>
                <a:cs typeface="Arial"/>
              </a:defRPr>
            </a:lvl2pPr>
            <a:lvl3pPr algn="l">
              <a:buNone/>
              <a:defRPr sz="1575" b="0">
                <a:solidFill>
                  <a:srgbClr val="16324F"/>
                </a:solidFill>
                <a:latin typeface="Arial"/>
                <a:ea typeface="Arial"/>
                <a:cs typeface="Arial"/>
              </a:defRPr>
            </a:lvl3pPr>
            <a:lvl4pPr algn="l">
              <a:buNone/>
              <a:defRPr sz="1575" b="0">
                <a:solidFill>
                  <a:srgbClr val="16324F"/>
                </a:solidFill>
                <a:latin typeface="Arial"/>
                <a:ea typeface="Arial"/>
                <a:cs typeface="Arial"/>
              </a:defRPr>
            </a:lvl4pPr>
            <a:lvl5pPr algn="l">
              <a:buNone/>
              <a:defRPr sz="1575" b="0">
                <a:solidFill>
                  <a:srgbClr val="16324F"/>
                </a:solidFill>
                <a:latin typeface="Arial"/>
                <a:ea typeface="Arial"/>
                <a:cs typeface="Arial"/>
              </a:defRPr>
            </a:lvl5pPr>
            <a:lvl6pPr algn="l">
              <a:buNone/>
              <a:defRPr sz="1575" b="0">
                <a:solidFill>
                  <a:srgbClr val="16324F"/>
                </a:solidFill>
                <a:latin typeface="Arial"/>
                <a:ea typeface="Arial"/>
                <a:cs typeface="Arial"/>
              </a:defRPr>
            </a:lvl6pPr>
            <a:lvl7pPr algn="l">
              <a:buNone/>
              <a:defRPr sz="1575" b="0">
                <a:solidFill>
                  <a:srgbClr val="16324F"/>
                </a:solidFill>
                <a:latin typeface="Arial"/>
                <a:ea typeface="Arial"/>
                <a:cs typeface="Arial"/>
              </a:defRPr>
            </a:lvl7pPr>
            <a:lvl8pPr algn="l">
              <a:buNone/>
              <a:defRPr sz="1575" b="0">
                <a:solidFill>
                  <a:srgbClr val="16324F"/>
                </a:solidFill>
                <a:latin typeface="Arial"/>
                <a:ea typeface="Arial"/>
                <a:cs typeface="Arial"/>
              </a:defRPr>
            </a:lvl8pPr>
            <a:lvl9pPr algn="l">
              <a:buNone/>
              <a:defRPr sz="1575" b="0">
                <a:solidFill>
                  <a:srgbClr val="16324F"/>
                </a:solidFill>
                <a:latin typeface="Arial"/>
                <a:ea typeface="Arial"/>
                <a:cs typeface="Arial"/>
              </a:defRPr>
            </a:lvl9pPr>
          </a:lstStyle>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Ngày ưu tiên hoặc ngày gần khả thi</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Danh sách nhân sự &amp; tải</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Nhiệm vụ và thời hạn gợi ý</a:t>
            </a:r>
          </a:p>
          <a:p xmlns:a="http://schemas.openxmlformats.org/drawingml/2006/main">
            <a:pPr algn="l">
              <a:lnSpc>
                <a:spcPct val="113000"/>
              </a:lnSpc>
              <a:buNone/>
              <a:defRPr sz="1575" b="0">
                <a:solidFill>
                  <a:srgbClr val="16324F"/>
                </a:solidFill>
                <a:latin typeface="Arial"/>
                <a:ea typeface="Arial"/>
                <a:cs typeface="Arial"/>
              </a:defRPr>
            </a:pPr>
            <a:r>
              <a:rPr sz="1575" b="0">
                <a:solidFill>
                  <a:srgbClr val="16324F"/>
                </a:solidFill>
                <a:latin typeface="Arial"/>
                <a:ea typeface="Arial"/>
                <a:cs typeface="Arial"/>
              </a:rPr>
              <a:t>Thiếu nguồn lực được nêu rõ</a:t>
            </a:r>
          </a:p>
        </p:txBody>
      </p:sp>
      <p:sp>
        <p:nvSpPr>
          <p:cNvPr id="15" name="">
            <a:extLst xmlns:a="http://schemas.openxmlformats.org/drawingml/2006/main">
              <a:ext uri="{FF2B5EF4-FFF2-40B4-BE49-F238E27FC236}">
                <a16:creationId xmlns:a16="http://schemas.microsoft.com/office/drawing/2014/main" id="{2DE6CC85-58CA-4A50-8930-6884C67757A9}"/>
              </a:ext>
            </a:extLst>
          </p:cNvPr>
          <p:cNvSpPr>
            <a:spLocks xmlns:a="http://schemas.openxmlformats.org/drawingml/2006/main" noGrp="1"/>
          </p:cNvSpPr>
          <p:nvPr/>
        </p:nvSpPr>
        <p:spPr>
          <a:xfrm xmlns:a="http://schemas.openxmlformats.org/drawingml/2006/main">
            <a:off x="3810000" y="3295650"/>
            <a:ext cx="590550" cy="361950"/>
          </a:xfrm>
          <a:prstGeom xmlns:a="http://schemas.openxmlformats.org/drawingml/2006/main" prst="rightArrow">
            <a:avLst/>
          </a:prstGeom>
          <a:solidFill xmlns:a="http://schemas.openxmlformats.org/drawingml/2006/main">
            <a:srgbClr val="0796A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61A7539-A11D-4B85-B76B-CF57EE97BD51}"/>
              </a:ext>
            </a:extLst>
          </p:cNvPr>
          <p:cNvSpPr>
            <a:spLocks xmlns:a="http://schemas.openxmlformats.org/drawingml/2006/main" noGrp="1"/>
          </p:cNvSpPr>
          <p:nvPr/>
        </p:nvSpPr>
        <p:spPr>
          <a:xfrm xmlns:a="http://schemas.openxmlformats.org/drawingml/2006/main">
            <a:off x="7772400" y="3295650"/>
            <a:ext cx="590550" cy="361950"/>
          </a:xfrm>
          <a:prstGeom xmlns:a="http://schemas.openxmlformats.org/drawingml/2006/main" prst="rightArrow">
            <a:avLst/>
          </a:prstGeom>
          <a:solidFill xmlns:a="http://schemas.openxmlformats.org/drawingml/2006/main">
            <a:srgbClr val="0796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CC5B91-AEBA-4D10-B5BB-8D7A615A65B0}"/>
              </a:ext>
            </a:extLst>
          </p:cNvPr>
          <p:cNvSpPr>
            <a:spLocks xmlns:a="http://schemas.openxmlformats.org/drawingml/2006/main" noGrp="1"/>
          </p:cNvSpPr>
          <p:nvPr/>
        </p:nvSpPr>
        <p:spPr>
          <a:xfrm xmlns:a="http://schemas.openxmlformats.org/drawingml/2006/main">
            <a:off x="609600" y="5334000"/>
            <a:ext cx="10972800" cy="742950"/>
          </a:xfrm>
          <a:prstGeom xmlns:a="http://schemas.openxmlformats.org/drawingml/2006/main" prst="rect">
            <a:avLst/>
          </a:prstGeom>
          <a:solidFill xmlns:a="http://schemas.openxmlformats.org/drawingml/2006/main">
            <a:srgbClr val="102A4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D92448-B787-45F8-B2B8-FB3C9D5394B5}"/>
              </a:ext>
            </a:extLst>
          </p:cNvPr>
          <p:cNvSpPr>
            <a:spLocks xmlns:a="http://schemas.openxmlformats.org/drawingml/2006/main" noGrp="1"/>
          </p:cNvSpPr>
          <p:nvPr/>
        </p:nvSpPr>
        <p:spPr>
          <a:xfrm xmlns:a="http://schemas.openxmlformats.org/drawingml/2006/main">
            <a:off x="838200" y="55054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E4B64A"/>
                </a:solidFill>
                <a:latin typeface="Arial"/>
                <a:ea typeface="Arial"/>
                <a:cs typeface="Arial"/>
              </a:defRPr>
            </a:defPPr>
            <a:lvl1pPr algn="l">
              <a:buNone/>
              <a:defRPr sz="1050" b="1">
                <a:solidFill>
                  <a:srgbClr val="E4B64A"/>
                </a:solidFill>
                <a:latin typeface="Arial"/>
                <a:ea typeface="Arial"/>
                <a:cs typeface="Arial"/>
              </a:defRPr>
            </a:lvl1pPr>
            <a:lvl2pPr algn="l">
              <a:buNone/>
              <a:defRPr sz="1050" b="1">
                <a:solidFill>
                  <a:srgbClr val="E4B64A"/>
                </a:solidFill>
                <a:latin typeface="Arial"/>
                <a:ea typeface="Arial"/>
                <a:cs typeface="Arial"/>
              </a:defRPr>
            </a:lvl2pPr>
            <a:lvl3pPr algn="l">
              <a:buNone/>
              <a:defRPr sz="1050" b="1">
                <a:solidFill>
                  <a:srgbClr val="E4B64A"/>
                </a:solidFill>
                <a:latin typeface="Arial"/>
                <a:ea typeface="Arial"/>
                <a:cs typeface="Arial"/>
              </a:defRPr>
            </a:lvl3pPr>
            <a:lvl4pPr algn="l">
              <a:buNone/>
              <a:defRPr sz="1050" b="1">
                <a:solidFill>
                  <a:srgbClr val="E4B64A"/>
                </a:solidFill>
                <a:latin typeface="Arial"/>
                <a:ea typeface="Arial"/>
                <a:cs typeface="Arial"/>
              </a:defRPr>
            </a:lvl4pPr>
            <a:lvl5pPr algn="l">
              <a:buNone/>
              <a:defRPr sz="1050" b="1">
                <a:solidFill>
                  <a:srgbClr val="E4B64A"/>
                </a:solidFill>
                <a:latin typeface="Arial"/>
                <a:ea typeface="Arial"/>
                <a:cs typeface="Arial"/>
              </a:defRPr>
            </a:lvl5pPr>
            <a:lvl6pPr algn="l">
              <a:buNone/>
              <a:defRPr sz="1050" b="1">
                <a:solidFill>
                  <a:srgbClr val="E4B64A"/>
                </a:solidFill>
                <a:latin typeface="Arial"/>
                <a:ea typeface="Arial"/>
                <a:cs typeface="Arial"/>
              </a:defRPr>
            </a:lvl6pPr>
            <a:lvl7pPr algn="l">
              <a:buNone/>
              <a:defRPr sz="1050" b="1">
                <a:solidFill>
                  <a:srgbClr val="E4B64A"/>
                </a:solidFill>
                <a:latin typeface="Arial"/>
                <a:ea typeface="Arial"/>
                <a:cs typeface="Arial"/>
              </a:defRPr>
            </a:lvl7pPr>
            <a:lvl8pPr algn="l">
              <a:buNone/>
              <a:defRPr sz="1050" b="1">
                <a:solidFill>
                  <a:srgbClr val="E4B64A"/>
                </a:solidFill>
                <a:latin typeface="Arial"/>
                <a:ea typeface="Arial"/>
                <a:cs typeface="Arial"/>
              </a:defRPr>
            </a:lvl8pPr>
            <a:lvl9pPr algn="l">
              <a:buNone/>
              <a:defRPr sz="1050" b="1">
                <a:solidFill>
                  <a:srgbClr val="E4B64A"/>
                </a:solidFill>
                <a:latin typeface="Arial"/>
                <a:ea typeface="Arial"/>
                <a:cs typeface="Arial"/>
              </a:defRPr>
            </a:lvl9pPr>
          </a:lstStyle>
          <a:p xmlns:a="http://schemas.openxmlformats.org/drawingml/2006/main">
            <a:pPr algn="l">
              <a:lnSpc>
                <a:spcPct val="105000"/>
              </a:lnSpc>
              <a:buNone/>
              <a:defRPr sz="1050" b="1">
                <a:solidFill>
                  <a:srgbClr val="E4B64A"/>
                </a:solidFill>
                <a:latin typeface="Arial"/>
                <a:ea typeface="Arial"/>
                <a:cs typeface="Arial"/>
              </a:defRPr>
            </a:pPr>
            <a:r>
              <a:rPr sz="1050" b="1">
                <a:solidFill>
                  <a:srgbClr val="E4B64A"/>
                </a:solidFill>
                <a:latin typeface="Arial"/>
                <a:ea typeface="Arial"/>
                <a:cs typeface="Arial"/>
              </a:rPr>
              <a:t>NGUYÊN TẮC KIỂM SOÁT</a:t>
            </a:r>
          </a:p>
        </p:txBody>
      </p:sp>
      <p:sp>
        <p:nvSpPr>
          <p:cNvPr id="19" name="">
            <a:extLst xmlns:a="http://schemas.openxmlformats.org/drawingml/2006/main">
              <a:ext uri="{FF2B5EF4-FFF2-40B4-BE49-F238E27FC236}">
                <a16:creationId xmlns:a16="http://schemas.microsoft.com/office/drawing/2014/main" id="{7F5F3CE1-4D5A-4C1A-A1A6-49219751E6D7}"/>
              </a:ext>
            </a:extLst>
          </p:cNvPr>
          <p:cNvSpPr>
            <a:spLocks xmlns:a="http://schemas.openxmlformats.org/drawingml/2006/main" noGrp="1"/>
          </p:cNvSpPr>
          <p:nvPr/>
        </p:nvSpPr>
        <p:spPr>
          <a:xfrm xmlns:a="http://schemas.openxmlformats.org/drawingml/2006/main">
            <a:off x="3352800" y="5476875"/>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FFFFFF"/>
                </a:solidFill>
                <a:latin typeface="Arial"/>
                <a:ea typeface="Arial"/>
                <a:cs typeface="Arial"/>
              </a:defRPr>
            </a:defPPr>
            <a:lvl1pPr algn="l">
              <a:buNone/>
              <a:defRPr sz="1575" b="1">
                <a:solidFill>
                  <a:srgbClr val="FFFFFF"/>
                </a:solidFill>
                <a:latin typeface="Arial"/>
                <a:ea typeface="Arial"/>
                <a:cs typeface="Arial"/>
              </a:defRPr>
            </a:lvl1pPr>
            <a:lvl2pPr algn="l">
              <a:buNone/>
              <a:defRPr sz="1575" b="1">
                <a:solidFill>
                  <a:srgbClr val="FFFFFF"/>
                </a:solidFill>
                <a:latin typeface="Arial"/>
                <a:ea typeface="Arial"/>
                <a:cs typeface="Arial"/>
              </a:defRPr>
            </a:lvl2pPr>
            <a:lvl3pPr algn="l">
              <a:buNone/>
              <a:defRPr sz="1575" b="1">
                <a:solidFill>
                  <a:srgbClr val="FFFFFF"/>
                </a:solidFill>
                <a:latin typeface="Arial"/>
                <a:ea typeface="Arial"/>
                <a:cs typeface="Arial"/>
              </a:defRPr>
            </a:lvl3pPr>
            <a:lvl4pPr algn="l">
              <a:buNone/>
              <a:defRPr sz="1575" b="1">
                <a:solidFill>
                  <a:srgbClr val="FFFFFF"/>
                </a:solidFill>
                <a:latin typeface="Arial"/>
                <a:ea typeface="Arial"/>
                <a:cs typeface="Arial"/>
              </a:defRPr>
            </a:lvl4pPr>
            <a:lvl5pPr algn="l">
              <a:buNone/>
              <a:defRPr sz="1575" b="1">
                <a:solidFill>
                  <a:srgbClr val="FFFFFF"/>
                </a:solidFill>
                <a:latin typeface="Arial"/>
                <a:ea typeface="Arial"/>
                <a:cs typeface="Arial"/>
              </a:defRPr>
            </a:lvl5pPr>
            <a:lvl6pPr algn="l">
              <a:buNone/>
              <a:defRPr sz="1575" b="1">
                <a:solidFill>
                  <a:srgbClr val="FFFFFF"/>
                </a:solidFill>
                <a:latin typeface="Arial"/>
                <a:ea typeface="Arial"/>
                <a:cs typeface="Arial"/>
              </a:defRPr>
            </a:lvl6pPr>
            <a:lvl7pPr algn="l">
              <a:buNone/>
              <a:defRPr sz="1575" b="1">
                <a:solidFill>
                  <a:srgbClr val="FFFFFF"/>
                </a:solidFill>
                <a:latin typeface="Arial"/>
                <a:ea typeface="Arial"/>
                <a:cs typeface="Arial"/>
              </a:defRPr>
            </a:lvl7pPr>
            <a:lvl8pPr algn="l">
              <a:buNone/>
              <a:defRPr sz="1575" b="1">
                <a:solidFill>
                  <a:srgbClr val="FFFFFF"/>
                </a:solidFill>
                <a:latin typeface="Arial"/>
                <a:ea typeface="Arial"/>
                <a:cs typeface="Arial"/>
              </a:defRPr>
            </a:lvl8pPr>
            <a:lvl9pPr algn="l">
              <a:buNone/>
              <a:defRPr sz="1575" b="1">
                <a:solidFill>
                  <a:srgbClr val="FFFFFF"/>
                </a:solidFill>
                <a:latin typeface="Arial"/>
                <a:ea typeface="Arial"/>
                <a:cs typeface="Arial"/>
              </a:defRPr>
            </a:lvl9pPr>
          </a:lstStyle>
          <a:p xmlns:a="http://schemas.openxmlformats.org/drawingml/2006/main">
            <a:pPr algn="l">
              <a:lnSpc>
                <a:spcPct val="105000"/>
              </a:lnSpc>
              <a:buNone/>
              <a:defRPr sz="1575" b="1">
                <a:solidFill>
                  <a:srgbClr val="FFFFFF"/>
                </a:solidFill>
                <a:latin typeface="Arial"/>
                <a:ea typeface="Arial"/>
                <a:cs typeface="Arial"/>
              </a:defRPr>
            </a:pPr>
            <a:r>
              <a:rPr sz="1575" b="1">
                <a:solidFill>
                  <a:srgbClr val="FFFFFF"/>
                </a:solidFill>
                <a:latin typeface="Arial"/>
                <a:ea typeface="Arial"/>
                <a:cs typeface="Arial"/>
              </a:rPr>
              <a:t>AI chỉ đề xuất. Admin duyệt trước khi lưu phân công hoặc gửi thông báo.</a:t>
            </a:r>
          </a:p>
        </p:txBody>
      </p:sp>
    </p:spTree>
    <p:extLst>
      <p:ext uri="{BB962C8B-B14F-4D97-AF65-F5344CB8AC3E}">
        <p14:creationId xmlns:p14="http://schemas.microsoft.com/office/powerpoint/2010/main" val="1069344982"/>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FBF101D-7000-4CA6-A837-571D555796BA}"/>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796A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09BCC43-462A-4956-87DA-0F3616E24034}"/>
              </a:ext>
            </a:extLst>
          </p:cNvPr>
          <p:cNvSpPr>
            <a:spLocks xmlns:a="http://schemas.openxmlformats.org/drawingml/2006/main" noGrp="1"/>
          </p:cNvSpPr>
          <p:nvPr/>
        </p:nvSpPr>
        <p:spPr>
          <a:xfrm xmlns:a="http://schemas.openxmlformats.org/drawingml/2006/main">
            <a:off x="11144250" y="361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0796A3"/>
                </a:solidFill>
                <a:latin typeface="Arial"/>
                <a:ea typeface="Arial"/>
                <a:cs typeface="Arial"/>
              </a:defRPr>
            </a:defPPr>
            <a:lvl1pPr algn="r">
              <a:buNone/>
              <a:defRPr sz="1200" b="1">
                <a:solidFill>
                  <a:srgbClr val="0796A3"/>
                </a:solidFill>
                <a:latin typeface="Arial"/>
                <a:ea typeface="Arial"/>
                <a:cs typeface="Arial"/>
              </a:defRPr>
            </a:lvl1pPr>
            <a:lvl2pPr algn="r">
              <a:buNone/>
              <a:defRPr sz="1200" b="1">
                <a:solidFill>
                  <a:srgbClr val="0796A3"/>
                </a:solidFill>
                <a:latin typeface="Arial"/>
                <a:ea typeface="Arial"/>
                <a:cs typeface="Arial"/>
              </a:defRPr>
            </a:lvl2pPr>
            <a:lvl3pPr algn="r">
              <a:buNone/>
              <a:defRPr sz="1200" b="1">
                <a:solidFill>
                  <a:srgbClr val="0796A3"/>
                </a:solidFill>
                <a:latin typeface="Arial"/>
                <a:ea typeface="Arial"/>
                <a:cs typeface="Arial"/>
              </a:defRPr>
            </a:lvl3pPr>
            <a:lvl4pPr algn="r">
              <a:buNone/>
              <a:defRPr sz="1200" b="1">
                <a:solidFill>
                  <a:srgbClr val="0796A3"/>
                </a:solidFill>
                <a:latin typeface="Arial"/>
                <a:ea typeface="Arial"/>
                <a:cs typeface="Arial"/>
              </a:defRPr>
            </a:lvl4pPr>
            <a:lvl5pPr algn="r">
              <a:buNone/>
              <a:defRPr sz="1200" b="1">
                <a:solidFill>
                  <a:srgbClr val="0796A3"/>
                </a:solidFill>
                <a:latin typeface="Arial"/>
                <a:ea typeface="Arial"/>
                <a:cs typeface="Arial"/>
              </a:defRPr>
            </a:lvl5pPr>
            <a:lvl6pPr algn="r">
              <a:buNone/>
              <a:defRPr sz="1200" b="1">
                <a:solidFill>
                  <a:srgbClr val="0796A3"/>
                </a:solidFill>
                <a:latin typeface="Arial"/>
                <a:ea typeface="Arial"/>
                <a:cs typeface="Arial"/>
              </a:defRPr>
            </a:lvl6pPr>
            <a:lvl7pPr algn="r">
              <a:buNone/>
              <a:defRPr sz="1200" b="1">
                <a:solidFill>
                  <a:srgbClr val="0796A3"/>
                </a:solidFill>
                <a:latin typeface="Arial"/>
                <a:ea typeface="Arial"/>
                <a:cs typeface="Arial"/>
              </a:defRPr>
            </a:lvl7pPr>
            <a:lvl8pPr algn="r">
              <a:buNone/>
              <a:defRPr sz="1200" b="1">
                <a:solidFill>
                  <a:srgbClr val="0796A3"/>
                </a:solidFill>
                <a:latin typeface="Arial"/>
                <a:ea typeface="Arial"/>
                <a:cs typeface="Arial"/>
              </a:defRPr>
            </a:lvl8pPr>
            <a:lvl9pPr algn="r">
              <a:buNone/>
              <a:defRPr sz="1200" b="1">
                <a:solidFill>
                  <a:srgbClr val="0796A3"/>
                </a:solidFill>
                <a:latin typeface="Arial"/>
                <a:ea typeface="Arial"/>
                <a:cs typeface="Arial"/>
              </a:defRPr>
            </a:lvl9pPr>
          </a:lstStyle>
          <a:p xmlns:a="http://schemas.openxmlformats.org/drawingml/2006/main">
            <a:pPr algn="r">
              <a:lnSpc>
                <a:spcPct val="105000"/>
              </a:lnSpc>
              <a:buNone/>
              <a:defRPr sz="1200" b="1">
                <a:solidFill>
                  <a:srgbClr val="0796A3"/>
                </a:solidFill>
                <a:latin typeface="Arial"/>
                <a:ea typeface="Arial"/>
                <a:cs typeface="Arial"/>
              </a:defRPr>
            </a:pPr>
            <a:r>
              <a:rPr sz="1200" b="1">
                <a:solidFill>
                  <a:srgbClr val="0796A3"/>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9BFCCB71-334B-412B-878A-42182E25F481}"/>
              </a:ext>
            </a:extLst>
          </p:cNvPr>
          <p:cNvSpPr>
            <a:spLocks xmlns:a="http://schemas.openxmlformats.org/drawingml/2006/main" noGrp="1"/>
          </p:cNvSpPr>
          <p:nvPr/>
        </p:nvSpPr>
        <p:spPr>
          <a:xfrm xmlns:a="http://schemas.openxmlformats.org/drawingml/2006/main">
            <a:off x="609600" y="4191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02A43"/>
                </a:solidFill>
                <a:latin typeface="Arial"/>
                <a:ea typeface="Arial"/>
                <a:cs typeface="Arial"/>
              </a:defRPr>
            </a:defPPr>
            <a:lvl1pPr algn="l">
              <a:buNone/>
              <a:defRPr sz="2700" b="1">
                <a:solidFill>
                  <a:srgbClr val="102A43"/>
                </a:solidFill>
                <a:latin typeface="Arial"/>
                <a:ea typeface="Arial"/>
                <a:cs typeface="Arial"/>
              </a:defRPr>
            </a:lvl1pPr>
            <a:lvl2pPr algn="l">
              <a:buNone/>
              <a:defRPr sz="2700" b="1">
                <a:solidFill>
                  <a:srgbClr val="102A43"/>
                </a:solidFill>
                <a:latin typeface="Arial"/>
                <a:ea typeface="Arial"/>
                <a:cs typeface="Arial"/>
              </a:defRPr>
            </a:lvl2pPr>
            <a:lvl3pPr algn="l">
              <a:buNone/>
              <a:defRPr sz="2700" b="1">
                <a:solidFill>
                  <a:srgbClr val="102A43"/>
                </a:solidFill>
                <a:latin typeface="Arial"/>
                <a:ea typeface="Arial"/>
                <a:cs typeface="Arial"/>
              </a:defRPr>
            </a:lvl3pPr>
            <a:lvl4pPr algn="l">
              <a:buNone/>
              <a:defRPr sz="2700" b="1">
                <a:solidFill>
                  <a:srgbClr val="102A43"/>
                </a:solidFill>
                <a:latin typeface="Arial"/>
                <a:ea typeface="Arial"/>
                <a:cs typeface="Arial"/>
              </a:defRPr>
            </a:lvl4pPr>
            <a:lvl5pPr algn="l">
              <a:buNone/>
              <a:defRPr sz="2700" b="1">
                <a:solidFill>
                  <a:srgbClr val="102A43"/>
                </a:solidFill>
                <a:latin typeface="Arial"/>
                <a:ea typeface="Arial"/>
                <a:cs typeface="Arial"/>
              </a:defRPr>
            </a:lvl5pPr>
            <a:lvl6pPr algn="l">
              <a:buNone/>
              <a:defRPr sz="2700" b="1">
                <a:solidFill>
                  <a:srgbClr val="102A43"/>
                </a:solidFill>
                <a:latin typeface="Arial"/>
                <a:ea typeface="Arial"/>
                <a:cs typeface="Arial"/>
              </a:defRPr>
            </a:lvl6pPr>
            <a:lvl7pPr algn="l">
              <a:buNone/>
              <a:defRPr sz="2700" b="1">
                <a:solidFill>
                  <a:srgbClr val="102A43"/>
                </a:solidFill>
                <a:latin typeface="Arial"/>
                <a:ea typeface="Arial"/>
                <a:cs typeface="Arial"/>
              </a:defRPr>
            </a:lvl7pPr>
            <a:lvl8pPr algn="l">
              <a:buNone/>
              <a:defRPr sz="2700" b="1">
                <a:solidFill>
                  <a:srgbClr val="102A43"/>
                </a:solidFill>
                <a:latin typeface="Arial"/>
                <a:ea typeface="Arial"/>
                <a:cs typeface="Arial"/>
              </a:defRPr>
            </a:lvl8pPr>
            <a:lvl9pPr algn="l">
              <a:buNone/>
              <a:defRPr sz="2700" b="1">
                <a:solidFill>
                  <a:srgbClr val="102A43"/>
                </a:solidFill>
                <a:latin typeface="Arial"/>
                <a:ea typeface="Arial"/>
                <a:cs typeface="Arial"/>
              </a:defRPr>
            </a:lvl9pPr>
          </a:lstStyle>
          <a:p xmlns:a="http://schemas.openxmlformats.org/drawingml/2006/main">
            <a:pPr algn="l">
              <a:lnSpc>
                <a:spcPct val="105000"/>
              </a:lnSpc>
              <a:buNone/>
              <a:defRPr sz="2700" b="1">
                <a:solidFill>
                  <a:srgbClr val="102A43"/>
                </a:solidFill>
                <a:latin typeface="Arial"/>
                <a:ea typeface="Arial"/>
                <a:cs typeface="Arial"/>
              </a:defRPr>
            </a:pPr>
            <a:r>
              <a:rPr sz="2700" b="1">
                <a:solidFill>
                  <a:srgbClr val="102A43"/>
                </a:solidFill>
                <a:latin typeface="Arial"/>
                <a:ea typeface="Arial"/>
                <a:cs typeface="Arial"/>
              </a:rPr>
              <a:t>Kết nối đơn vị và người dân tham dự</a:t>
            </a:r>
          </a:p>
        </p:txBody>
      </p:sp>
      <p:sp>
        <p:nvSpPr>
          <p:cNvPr id="4" name="">
            <a:extLst xmlns:a="http://schemas.openxmlformats.org/drawingml/2006/main">
              <a:ext uri="{FF2B5EF4-FFF2-40B4-BE49-F238E27FC236}">
                <a16:creationId xmlns:a16="http://schemas.microsoft.com/office/drawing/2014/main" id="{225DBF17-979D-47DE-9766-7C91246B5B79}"/>
              </a:ext>
            </a:extLst>
          </p:cNvPr>
          <p:cNvSpPr>
            <a:spLocks xmlns:a="http://schemas.openxmlformats.org/drawingml/2006/main" noGrp="1"/>
          </p:cNvSpPr>
          <p:nvPr/>
        </p:nvSpPr>
        <p:spPr>
          <a:xfrm xmlns:a="http://schemas.openxmlformats.org/drawingml/2006/main" flipH="0">
            <a:off x="609600" y="1104900"/>
            <a:ext cx="1097280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5" name="">
            <a:extLst xmlns:a="http://schemas.openxmlformats.org/drawingml/2006/main">
              <a:ext uri="{FF2B5EF4-FFF2-40B4-BE49-F238E27FC236}">
                <a16:creationId xmlns:a16="http://schemas.microsoft.com/office/drawing/2014/main" id="{6257922A-48D7-4B8D-9B6D-2F18405CD2AE}"/>
              </a:ext>
            </a:extLst>
          </p:cNvPr>
          <p:cNvSpPr>
            <a:spLocks xmlns:a="http://schemas.openxmlformats.org/drawingml/2006/main" noGrp="1"/>
          </p:cNvSpPr>
          <p:nvPr/>
        </p:nvSpPr>
        <p:spPr>
          <a:xfrm xmlns:a="http://schemas.openxmlformats.org/drawingml/2006/main">
            <a:off x="609600" y="1381125"/>
            <a:ext cx="1076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6779"/>
                </a:solidFill>
                <a:latin typeface="Arial"/>
                <a:ea typeface="Arial"/>
                <a:cs typeface="Arial"/>
              </a:defRPr>
            </a:defPPr>
            <a:lvl1pPr algn="l">
              <a:buNone/>
              <a:defRPr sz="1575" b="0">
                <a:solidFill>
                  <a:srgbClr val="526779"/>
                </a:solidFill>
                <a:latin typeface="Arial"/>
                <a:ea typeface="Arial"/>
                <a:cs typeface="Arial"/>
              </a:defRPr>
            </a:lvl1pPr>
            <a:lvl2pPr algn="l">
              <a:buNone/>
              <a:defRPr sz="1575" b="0">
                <a:solidFill>
                  <a:srgbClr val="526779"/>
                </a:solidFill>
                <a:latin typeface="Arial"/>
                <a:ea typeface="Arial"/>
                <a:cs typeface="Arial"/>
              </a:defRPr>
            </a:lvl2pPr>
            <a:lvl3pPr algn="l">
              <a:buNone/>
              <a:defRPr sz="1575" b="0">
                <a:solidFill>
                  <a:srgbClr val="526779"/>
                </a:solidFill>
                <a:latin typeface="Arial"/>
                <a:ea typeface="Arial"/>
                <a:cs typeface="Arial"/>
              </a:defRPr>
            </a:lvl3pPr>
            <a:lvl4pPr algn="l">
              <a:buNone/>
              <a:defRPr sz="1575" b="0">
                <a:solidFill>
                  <a:srgbClr val="526779"/>
                </a:solidFill>
                <a:latin typeface="Arial"/>
                <a:ea typeface="Arial"/>
                <a:cs typeface="Arial"/>
              </a:defRPr>
            </a:lvl4pPr>
            <a:lvl5pPr algn="l">
              <a:buNone/>
              <a:defRPr sz="1575" b="0">
                <a:solidFill>
                  <a:srgbClr val="526779"/>
                </a:solidFill>
                <a:latin typeface="Arial"/>
                <a:ea typeface="Arial"/>
                <a:cs typeface="Arial"/>
              </a:defRPr>
            </a:lvl5pPr>
            <a:lvl6pPr algn="l">
              <a:buNone/>
              <a:defRPr sz="1575" b="0">
                <a:solidFill>
                  <a:srgbClr val="526779"/>
                </a:solidFill>
                <a:latin typeface="Arial"/>
                <a:ea typeface="Arial"/>
                <a:cs typeface="Arial"/>
              </a:defRPr>
            </a:lvl6pPr>
            <a:lvl7pPr algn="l">
              <a:buNone/>
              <a:defRPr sz="1575" b="0">
                <a:solidFill>
                  <a:srgbClr val="526779"/>
                </a:solidFill>
                <a:latin typeface="Arial"/>
                <a:ea typeface="Arial"/>
                <a:cs typeface="Arial"/>
              </a:defRPr>
            </a:lvl7pPr>
            <a:lvl8pPr algn="l">
              <a:buNone/>
              <a:defRPr sz="1575" b="0">
                <a:solidFill>
                  <a:srgbClr val="526779"/>
                </a:solidFill>
                <a:latin typeface="Arial"/>
                <a:ea typeface="Arial"/>
                <a:cs typeface="Arial"/>
              </a:defRPr>
            </a:lvl8pPr>
            <a:lvl9pPr algn="l">
              <a:buNone/>
              <a:defRPr sz="1575" b="0">
                <a:solidFill>
                  <a:srgbClr val="526779"/>
                </a:solidFill>
                <a:latin typeface="Arial"/>
                <a:ea typeface="Arial"/>
                <a:cs typeface="Arial"/>
              </a:defRPr>
            </a:lvl9pPr>
          </a:lstStyle>
          <a:p xmlns:a="http://schemas.openxmlformats.org/drawingml/2006/main">
            <a:pPr algn="l">
              <a:lnSpc>
                <a:spcPct val="105000"/>
              </a:lnSpc>
              <a:buNone/>
              <a:defRPr sz="1575" b="0">
                <a:solidFill>
                  <a:srgbClr val="526779"/>
                </a:solidFill>
                <a:latin typeface="Arial"/>
                <a:ea typeface="Arial"/>
                <a:cs typeface="Arial"/>
              </a:defRPr>
            </a:pPr>
            <a:r>
              <a:rPr sz="1575" b="0">
                <a:solidFill>
                  <a:srgbClr val="526779"/>
                </a:solidFill>
                <a:latin typeface="Arial"/>
                <a:ea typeface="Arial"/>
                <a:cs typeface="Arial"/>
              </a:rPr>
              <a:t>Một hồ sơ hội nghị trở thành điểm gặp chung của ban tổ chức, đơn vị phối hợp và người tham dự.</a:t>
            </a:r>
          </a:p>
        </p:txBody>
      </p:sp>
      <p:sp>
        <p:nvSpPr>
          <p:cNvPr id="6" name="">
            <a:extLst xmlns:a="http://schemas.openxmlformats.org/drawingml/2006/main">
              <a:ext uri="{FF2B5EF4-FFF2-40B4-BE49-F238E27FC236}">
                <a16:creationId xmlns:a16="http://schemas.microsoft.com/office/drawing/2014/main" id="{0BEF3F61-4F0F-4617-A873-1FB21110591D}"/>
              </a:ext>
            </a:extLst>
          </p:cNvPr>
          <p:cNvSpPr>
            <a:spLocks xmlns:a="http://schemas.openxmlformats.org/drawingml/2006/main" noGrp="1"/>
          </p:cNvSpPr>
          <p:nvPr/>
        </p:nvSpPr>
        <p:spPr>
          <a:xfrm xmlns:a="http://schemas.openxmlformats.org/drawingml/2006/main">
            <a:off x="685800" y="2476500"/>
            <a:ext cx="3381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8"/>
            </a:solidFill>
            <a:prstDash val="solid"/>
          </a:ln>
        </p:spPr>
      </p:sp>
      <p:sp>
        <p:nvSpPr>
          <p:cNvPr id="7" name="">
            <a:extLst xmlns:a="http://schemas.openxmlformats.org/drawingml/2006/main">
              <a:ext uri="{FF2B5EF4-FFF2-40B4-BE49-F238E27FC236}">
                <a16:creationId xmlns:a16="http://schemas.microsoft.com/office/drawing/2014/main" id="{D4FE1F34-6C06-45DA-8067-A103ECF9FC7F}"/>
              </a:ext>
            </a:extLst>
          </p:cNvPr>
          <p:cNvSpPr>
            <a:spLocks xmlns:a="http://schemas.openxmlformats.org/drawingml/2006/main" noGrp="1"/>
          </p:cNvSpPr>
          <p:nvPr/>
        </p:nvSpPr>
        <p:spPr>
          <a:xfrm xmlns:a="http://schemas.openxmlformats.org/drawingml/2006/main">
            <a:off x="895350" y="2695575"/>
            <a:ext cx="304800" cy="304800"/>
          </a:xfrm>
          <a:prstGeom xmlns:a="http://schemas.openxmlformats.org/drawingml/2006/main" prst="ellipse">
            <a:avLst/>
          </a:prstGeom>
          <a:solidFill xmlns:a="http://schemas.openxmlformats.org/drawingml/2006/main">
            <a:srgbClr val="1769A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88AEE4F-3573-4AD7-A474-BA95CFF3E0E2}"/>
              </a:ext>
            </a:extLst>
          </p:cNvPr>
          <p:cNvSpPr>
            <a:spLocks xmlns:a="http://schemas.openxmlformats.org/drawingml/2006/main" noGrp="1"/>
          </p:cNvSpPr>
          <p:nvPr/>
        </p:nvSpPr>
        <p:spPr>
          <a:xfrm xmlns:a="http://schemas.openxmlformats.org/drawingml/2006/main">
            <a:off x="1352550" y="25908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324F"/>
                </a:solidFill>
                <a:latin typeface="Arial"/>
                <a:ea typeface="Arial"/>
                <a:cs typeface="Arial"/>
              </a:defRPr>
            </a:defPPr>
            <a:lvl1pPr algn="l">
              <a:buNone/>
              <a:defRPr sz="1200" b="1">
                <a:solidFill>
                  <a:srgbClr val="16324F"/>
                </a:solidFill>
                <a:latin typeface="Arial"/>
                <a:ea typeface="Arial"/>
                <a:cs typeface="Arial"/>
              </a:defRPr>
            </a:lvl1pPr>
            <a:lvl2pPr algn="l">
              <a:buNone/>
              <a:defRPr sz="1200" b="1">
                <a:solidFill>
                  <a:srgbClr val="16324F"/>
                </a:solidFill>
                <a:latin typeface="Arial"/>
                <a:ea typeface="Arial"/>
                <a:cs typeface="Arial"/>
              </a:defRPr>
            </a:lvl2pPr>
            <a:lvl3pPr algn="l">
              <a:buNone/>
              <a:defRPr sz="1200" b="1">
                <a:solidFill>
                  <a:srgbClr val="16324F"/>
                </a:solidFill>
                <a:latin typeface="Arial"/>
                <a:ea typeface="Arial"/>
                <a:cs typeface="Arial"/>
              </a:defRPr>
            </a:lvl3pPr>
            <a:lvl4pPr algn="l">
              <a:buNone/>
              <a:defRPr sz="1200" b="1">
                <a:solidFill>
                  <a:srgbClr val="16324F"/>
                </a:solidFill>
                <a:latin typeface="Arial"/>
                <a:ea typeface="Arial"/>
                <a:cs typeface="Arial"/>
              </a:defRPr>
            </a:lvl4pPr>
            <a:lvl5pPr algn="l">
              <a:buNone/>
              <a:defRPr sz="1200" b="1">
                <a:solidFill>
                  <a:srgbClr val="16324F"/>
                </a:solidFill>
                <a:latin typeface="Arial"/>
                <a:ea typeface="Arial"/>
                <a:cs typeface="Arial"/>
              </a:defRPr>
            </a:lvl5pPr>
            <a:lvl6pPr algn="l">
              <a:buNone/>
              <a:defRPr sz="1200" b="1">
                <a:solidFill>
                  <a:srgbClr val="16324F"/>
                </a:solidFill>
                <a:latin typeface="Arial"/>
                <a:ea typeface="Arial"/>
                <a:cs typeface="Arial"/>
              </a:defRPr>
            </a:lvl6pPr>
            <a:lvl7pPr algn="l">
              <a:buNone/>
              <a:defRPr sz="1200" b="1">
                <a:solidFill>
                  <a:srgbClr val="16324F"/>
                </a:solidFill>
                <a:latin typeface="Arial"/>
                <a:ea typeface="Arial"/>
                <a:cs typeface="Arial"/>
              </a:defRPr>
            </a:lvl7pPr>
            <a:lvl8pPr algn="l">
              <a:buNone/>
              <a:defRPr sz="1200" b="1">
                <a:solidFill>
                  <a:srgbClr val="16324F"/>
                </a:solidFill>
                <a:latin typeface="Arial"/>
                <a:ea typeface="Arial"/>
                <a:cs typeface="Arial"/>
              </a:defRPr>
            </a:lvl8pPr>
            <a:lvl9pPr algn="l">
              <a:buNone/>
              <a:defRPr sz="1200" b="1">
                <a:solidFill>
                  <a:srgbClr val="16324F"/>
                </a:solidFill>
                <a:latin typeface="Arial"/>
                <a:ea typeface="Arial"/>
                <a:cs typeface="Arial"/>
              </a:defRPr>
            </a:lvl9pPr>
          </a:lstStyle>
          <a:p xmlns:a="http://schemas.openxmlformats.org/drawingml/2006/main">
            <a:pPr algn="l">
              <a:lnSpc>
                <a:spcPct val="105000"/>
              </a:lnSpc>
              <a:buNone/>
              <a:defRPr sz="1200" b="1">
                <a:solidFill>
                  <a:srgbClr val="16324F"/>
                </a:solidFill>
                <a:latin typeface="Arial"/>
                <a:ea typeface="Arial"/>
                <a:cs typeface="Arial"/>
              </a:defRPr>
            </a:pPr>
            <a:r>
              <a:rPr sz="1200" b="1">
                <a:solidFill>
                  <a:srgbClr val="16324F"/>
                </a:solidFill>
                <a:latin typeface="Arial"/>
                <a:ea typeface="Arial"/>
                <a:cs typeface="Arial"/>
              </a:rPr>
              <a:t>ĐƠN VỊ TỔ CHỨC</a:t>
            </a:r>
          </a:p>
        </p:txBody>
      </p:sp>
      <p:sp>
        <p:nvSpPr>
          <p:cNvPr id="9" name="">
            <a:extLst xmlns:a="http://schemas.openxmlformats.org/drawingml/2006/main">
              <a:ext uri="{FF2B5EF4-FFF2-40B4-BE49-F238E27FC236}">
                <a16:creationId xmlns:a16="http://schemas.microsoft.com/office/drawing/2014/main" id="{4B555EA9-EE7D-4D9F-A492-2DE16A5A7633}"/>
              </a:ext>
            </a:extLst>
          </p:cNvPr>
          <p:cNvSpPr>
            <a:spLocks xmlns:a="http://schemas.openxmlformats.org/drawingml/2006/main" noGrp="1"/>
          </p:cNvSpPr>
          <p:nvPr/>
        </p:nvSpPr>
        <p:spPr>
          <a:xfrm xmlns:a="http://schemas.openxmlformats.org/drawingml/2006/main">
            <a:off x="1352550" y="28765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779"/>
                </a:solidFill>
                <a:latin typeface="Arial"/>
                <a:ea typeface="Arial"/>
                <a:cs typeface="Arial"/>
              </a:defRPr>
            </a:defPPr>
            <a:lvl1pPr algn="l">
              <a:buNone/>
              <a:defRPr sz="1050" b="0">
                <a:solidFill>
                  <a:srgbClr val="526779"/>
                </a:solidFill>
                <a:latin typeface="Arial"/>
                <a:ea typeface="Arial"/>
                <a:cs typeface="Arial"/>
              </a:defRPr>
            </a:lvl1pPr>
            <a:lvl2pPr algn="l">
              <a:buNone/>
              <a:defRPr sz="1050" b="0">
                <a:solidFill>
                  <a:srgbClr val="526779"/>
                </a:solidFill>
                <a:latin typeface="Arial"/>
                <a:ea typeface="Arial"/>
                <a:cs typeface="Arial"/>
              </a:defRPr>
            </a:lvl2pPr>
            <a:lvl3pPr algn="l">
              <a:buNone/>
              <a:defRPr sz="1050" b="0">
                <a:solidFill>
                  <a:srgbClr val="526779"/>
                </a:solidFill>
                <a:latin typeface="Arial"/>
                <a:ea typeface="Arial"/>
                <a:cs typeface="Arial"/>
              </a:defRPr>
            </a:lvl3pPr>
            <a:lvl4pPr algn="l">
              <a:buNone/>
              <a:defRPr sz="1050" b="0">
                <a:solidFill>
                  <a:srgbClr val="526779"/>
                </a:solidFill>
                <a:latin typeface="Arial"/>
                <a:ea typeface="Arial"/>
                <a:cs typeface="Arial"/>
              </a:defRPr>
            </a:lvl4pPr>
            <a:lvl5pPr algn="l">
              <a:buNone/>
              <a:defRPr sz="1050" b="0">
                <a:solidFill>
                  <a:srgbClr val="526779"/>
                </a:solidFill>
                <a:latin typeface="Arial"/>
                <a:ea typeface="Arial"/>
                <a:cs typeface="Arial"/>
              </a:defRPr>
            </a:lvl5pPr>
            <a:lvl6pPr algn="l">
              <a:buNone/>
              <a:defRPr sz="1050" b="0">
                <a:solidFill>
                  <a:srgbClr val="526779"/>
                </a:solidFill>
                <a:latin typeface="Arial"/>
                <a:ea typeface="Arial"/>
                <a:cs typeface="Arial"/>
              </a:defRPr>
            </a:lvl6pPr>
            <a:lvl7pPr algn="l">
              <a:buNone/>
              <a:defRPr sz="1050" b="0">
                <a:solidFill>
                  <a:srgbClr val="526779"/>
                </a:solidFill>
                <a:latin typeface="Arial"/>
                <a:ea typeface="Arial"/>
                <a:cs typeface="Arial"/>
              </a:defRPr>
            </a:lvl7pPr>
            <a:lvl8pPr algn="l">
              <a:buNone/>
              <a:defRPr sz="1050" b="0">
                <a:solidFill>
                  <a:srgbClr val="526779"/>
                </a:solidFill>
                <a:latin typeface="Arial"/>
                <a:ea typeface="Arial"/>
                <a:cs typeface="Arial"/>
              </a:defRPr>
            </a:lvl8pPr>
            <a:lvl9pPr algn="l">
              <a:buNone/>
              <a:defRPr sz="1050" b="0">
                <a:solidFill>
                  <a:srgbClr val="526779"/>
                </a:solidFill>
                <a:latin typeface="Arial"/>
                <a:ea typeface="Arial"/>
                <a:cs typeface="Arial"/>
              </a:defRPr>
            </a:lvl9pPr>
          </a:lstStyle>
          <a:p xmlns:a="http://schemas.openxmlformats.org/drawingml/2006/main">
            <a:pPr algn="l">
              <a:lnSpc>
                <a:spcPct val="105000"/>
              </a:lnSpc>
              <a:buNone/>
              <a:defRPr sz="1050" b="0">
                <a:solidFill>
                  <a:srgbClr val="526779"/>
                </a:solidFill>
                <a:latin typeface="Arial"/>
                <a:ea typeface="Arial"/>
                <a:cs typeface="Arial"/>
              </a:defRPr>
            </a:pPr>
            <a:r>
              <a:rPr sz="1050" b="0">
                <a:solidFill>
                  <a:srgbClr val="526779"/>
                </a:solidFill>
                <a:latin typeface="Arial"/>
                <a:ea typeface="Arial"/>
                <a:cs typeface="Arial"/>
              </a:rPr>
              <a:t>đề xuất · cập nhật hồ sơ</a:t>
            </a:r>
          </a:p>
        </p:txBody>
      </p:sp>
      <p:sp>
        <p:nvSpPr>
          <p:cNvPr id="10" name="">
            <a:extLst xmlns:a="http://schemas.openxmlformats.org/drawingml/2006/main">
              <a:ext uri="{FF2B5EF4-FFF2-40B4-BE49-F238E27FC236}">
                <a16:creationId xmlns:a16="http://schemas.microsoft.com/office/drawing/2014/main" id="{77C94846-2ACA-4DCC-8CE4-D259D00E0EAA}"/>
              </a:ext>
            </a:extLst>
          </p:cNvPr>
          <p:cNvSpPr>
            <a:spLocks xmlns:a="http://schemas.openxmlformats.org/drawingml/2006/main" noGrp="1"/>
          </p:cNvSpPr>
          <p:nvPr/>
        </p:nvSpPr>
        <p:spPr>
          <a:xfrm xmlns:a="http://schemas.openxmlformats.org/drawingml/2006/main" flipH="0">
            <a:off x="4067175" y="2847975"/>
            <a:ext cx="1762125" cy="771525"/>
          </a:xfrm>
          <a:prstGeom xmlns:a="http://schemas.openxmlformats.org/drawingml/2006/main" prst="line">
            <a:avLst/>
          </a:prstGeom>
          <a:noFill xmlns:a="http://schemas.openxmlformats.org/drawingml/2006/main"/>
          <a:ln xmlns:a="http://schemas.openxmlformats.org/drawingml/2006/main" w="19050">
            <a:solidFill>
              <a:srgbClr val="718597"/>
            </a:solidFill>
            <a:prstDash val="solid"/>
          </a:ln>
        </p:spPr>
      </p:sp>
      <p:sp>
        <p:nvSpPr>
          <p:cNvPr id="11" name="">
            <a:extLst xmlns:a="http://schemas.openxmlformats.org/drawingml/2006/main">
              <a:ext uri="{FF2B5EF4-FFF2-40B4-BE49-F238E27FC236}">
                <a16:creationId xmlns:a16="http://schemas.microsoft.com/office/drawing/2014/main" id="{DFA9F9EF-D8B9-44B0-9DCF-739B383F4BA7}"/>
              </a:ext>
            </a:extLst>
          </p:cNvPr>
          <p:cNvSpPr>
            <a:spLocks xmlns:a="http://schemas.openxmlformats.org/drawingml/2006/main" noGrp="1"/>
          </p:cNvSpPr>
          <p:nvPr/>
        </p:nvSpPr>
        <p:spPr>
          <a:xfrm xmlns:a="http://schemas.openxmlformats.org/drawingml/2006/main">
            <a:off x="685800" y="3600450"/>
            <a:ext cx="3381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8"/>
            </a:solidFill>
            <a:prstDash val="solid"/>
          </a:ln>
        </p:spPr>
      </p:sp>
      <p:sp>
        <p:nvSpPr>
          <p:cNvPr id="12" name="">
            <a:extLst xmlns:a="http://schemas.openxmlformats.org/drawingml/2006/main">
              <a:ext uri="{FF2B5EF4-FFF2-40B4-BE49-F238E27FC236}">
                <a16:creationId xmlns:a16="http://schemas.microsoft.com/office/drawing/2014/main" id="{DCE3F84A-BA50-45C3-B912-431F5A0D30FA}"/>
              </a:ext>
            </a:extLst>
          </p:cNvPr>
          <p:cNvSpPr>
            <a:spLocks xmlns:a="http://schemas.openxmlformats.org/drawingml/2006/main" noGrp="1"/>
          </p:cNvSpPr>
          <p:nvPr/>
        </p:nvSpPr>
        <p:spPr>
          <a:xfrm xmlns:a="http://schemas.openxmlformats.org/drawingml/2006/main">
            <a:off x="895350" y="3819525"/>
            <a:ext cx="304800" cy="304800"/>
          </a:xfrm>
          <a:prstGeom xmlns:a="http://schemas.openxmlformats.org/drawingml/2006/main" prst="ellipse">
            <a:avLst/>
          </a:prstGeom>
          <a:solidFill xmlns:a="http://schemas.openxmlformats.org/drawingml/2006/main">
            <a:srgbClr val="0796A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77ACEB-37B2-42EC-B316-0F3EFF638337}"/>
              </a:ext>
            </a:extLst>
          </p:cNvPr>
          <p:cNvSpPr>
            <a:spLocks xmlns:a="http://schemas.openxmlformats.org/drawingml/2006/main" noGrp="1"/>
          </p:cNvSpPr>
          <p:nvPr/>
        </p:nvSpPr>
        <p:spPr>
          <a:xfrm xmlns:a="http://schemas.openxmlformats.org/drawingml/2006/main">
            <a:off x="1352550" y="3714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324F"/>
                </a:solidFill>
                <a:latin typeface="Arial"/>
                <a:ea typeface="Arial"/>
                <a:cs typeface="Arial"/>
              </a:defRPr>
            </a:defPPr>
            <a:lvl1pPr algn="l">
              <a:buNone/>
              <a:defRPr sz="1200" b="1">
                <a:solidFill>
                  <a:srgbClr val="16324F"/>
                </a:solidFill>
                <a:latin typeface="Arial"/>
                <a:ea typeface="Arial"/>
                <a:cs typeface="Arial"/>
              </a:defRPr>
            </a:lvl1pPr>
            <a:lvl2pPr algn="l">
              <a:buNone/>
              <a:defRPr sz="1200" b="1">
                <a:solidFill>
                  <a:srgbClr val="16324F"/>
                </a:solidFill>
                <a:latin typeface="Arial"/>
                <a:ea typeface="Arial"/>
                <a:cs typeface="Arial"/>
              </a:defRPr>
            </a:lvl2pPr>
            <a:lvl3pPr algn="l">
              <a:buNone/>
              <a:defRPr sz="1200" b="1">
                <a:solidFill>
                  <a:srgbClr val="16324F"/>
                </a:solidFill>
                <a:latin typeface="Arial"/>
                <a:ea typeface="Arial"/>
                <a:cs typeface="Arial"/>
              </a:defRPr>
            </a:lvl3pPr>
            <a:lvl4pPr algn="l">
              <a:buNone/>
              <a:defRPr sz="1200" b="1">
                <a:solidFill>
                  <a:srgbClr val="16324F"/>
                </a:solidFill>
                <a:latin typeface="Arial"/>
                <a:ea typeface="Arial"/>
                <a:cs typeface="Arial"/>
              </a:defRPr>
            </a:lvl4pPr>
            <a:lvl5pPr algn="l">
              <a:buNone/>
              <a:defRPr sz="1200" b="1">
                <a:solidFill>
                  <a:srgbClr val="16324F"/>
                </a:solidFill>
                <a:latin typeface="Arial"/>
                <a:ea typeface="Arial"/>
                <a:cs typeface="Arial"/>
              </a:defRPr>
            </a:lvl5pPr>
            <a:lvl6pPr algn="l">
              <a:buNone/>
              <a:defRPr sz="1200" b="1">
                <a:solidFill>
                  <a:srgbClr val="16324F"/>
                </a:solidFill>
                <a:latin typeface="Arial"/>
                <a:ea typeface="Arial"/>
                <a:cs typeface="Arial"/>
              </a:defRPr>
            </a:lvl6pPr>
            <a:lvl7pPr algn="l">
              <a:buNone/>
              <a:defRPr sz="1200" b="1">
                <a:solidFill>
                  <a:srgbClr val="16324F"/>
                </a:solidFill>
                <a:latin typeface="Arial"/>
                <a:ea typeface="Arial"/>
                <a:cs typeface="Arial"/>
              </a:defRPr>
            </a:lvl7pPr>
            <a:lvl8pPr algn="l">
              <a:buNone/>
              <a:defRPr sz="1200" b="1">
                <a:solidFill>
                  <a:srgbClr val="16324F"/>
                </a:solidFill>
                <a:latin typeface="Arial"/>
                <a:ea typeface="Arial"/>
                <a:cs typeface="Arial"/>
              </a:defRPr>
            </a:lvl8pPr>
            <a:lvl9pPr algn="l">
              <a:buNone/>
              <a:defRPr sz="1200" b="1">
                <a:solidFill>
                  <a:srgbClr val="16324F"/>
                </a:solidFill>
                <a:latin typeface="Arial"/>
                <a:ea typeface="Arial"/>
                <a:cs typeface="Arial"/>
              </a:defRPr>
            </a:lvl9pPr>
          </a:lstStyle>
          <a:p xmlns:a="http://schemas.openxmlformats.org/drawingml/2006/main">
            <a:pPr algn="l">
              <a:lnSpc>
                <a:spcPct val="105000"/>
              </a:lnSpc>
              <a:buNone/>
              <a:defRPr sz="1200" b="1">
                <a:solidFill>
                  <a:srgbClr val="16324F"/>
                </a:solidFill>
                <a:latin typeface="Arial"/>
                <a:ea typeface="Arial"/>
                <a:cs typeface="Arial"/>
              </a:defRPr>
            </a:pPr>
            <a:r>
              <a:rPr sz="1200" b="1">
                <a:solidFill>
                  <a:srgbClr val="16324F"/>
                </a:solidFill>
                <a:latin typeface="Arial"/>
                <a:ea typeface="Arial"/>
                <a:cs typeface="Arial"/>
              </a:rPr>
              <a:t>ĐƠN VỊ ĐƯỢC MỜI</a:t>
            </a:r>
          </a:p>
        </p:txBody>
      </p:sp>
      <p:sp>
        <p:nvSpPr>
          <p:cNvPr id="14" name="">
            <a:extLst xmlns:a="http://schemas.openxmlformats.org/drawingml/2006/main">
              <a:ext uri="{FF2B5EF4-FFF2-40B4-BE49-F238E27FC236}">
                <a16:creationId xmlns:a16="http://schemas.microsoft.com/office/drawing/2014/main" id="{68242B37-7988-4AC3-81A7-D30268A128C5}"/>
              </a:ext>
            </a:extLst>
          </p:cNvPr>
          <p:cNvSpPr>
            <a:spLocks xmlns:a="http://schemas.openxmlformats.org/drawingml/2006/main" noGrp="1"/>
          </p:cNvSpPr>
          <p:nvPr/>
        </p:nvSpPr>
        <p:spPr>
          <a:xfrm xmlns:a="http://schemas.openxmlformats.org/drawingml/2006/main">
            <a:off x="1352550" y="40005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779"/>
                </a:solidFill>
                <a:latin typeface="Arial"/>
                <a:ea typeface="Arial"/>
                <a:cs typeface="Arial"/>
              </a:defRPr>
            </a:defPPr>
            <a:lvl1pPr algn="l">
              <a:buNone/>
              <a:defRPr sz="1050" b="0">
                <a:solidFill>
                  <a:srgbClr val="526779"/>
                </a:solidFill>
                <a:latin typeface="Arial"/>
                <a:ea typeface="Arial"/>
                <a:cs typeface="Arial"/>
              </a:defRPr>
            </a:lvl1pPr>
            <a:lvl2pPr algn="l">
              <a:buNone/>
              <a:defRPr sz="1050" b="0">
                <a:solidFill>
                  <a:srgbClr val="526779"/>
                </a:solidFill>
                <a:latin typeface="Arial"/>
                <a:ea typeface="Arial"/>
                <a:cs typeface="Arial"/>
              </a:defRPr>
            </a:lvl2pPr>
            <a:lvl3pPr algn="l">
              <a:buNone/>
              <a:defRPr sz="1050" b="0">
                <a:solidFill>
                  <a:srgbClr val="526779"/>
                </a:solidFill>
                <a:latin typeface="Arial"/>
                <a:ea typeface="Arial"/>
                <a:cs typeface="Arial"/>
              </a:defRPr>
            </a:lvl3pPr>
            <a:lvl4pPr algn="l">
              <a:buNone/>
              <a:defRPr sz="1050" b="0">
                <a:solidFill>
                  <a:srgbClr val="526779"/>
                </a:solidFill>
                <a:latin typeface="Arial"/>
                <a:ea typeface="Arial"/>
                <a:cs typeface="Arial"/>
              </a:defRPr>
            </a:lvl4pPr>
            <a:lvl5pPr algn="l">
              <a:buNone/>
              <a:defRPr sz="1050" b="0">
                <a:solidFill>
                  <a:srgbClr val="526779"/>
                </a:solidFill>
                <a:latin typeface="Arial"/>
                <a:ea typeface="Arial"/>
                <a:cs typeface="Arial"/>
              </a:defRPr>
            </a:lvl5pPr>
            <a:lvl6pPr algn="l">
              <a:buNone/>
              <a:defRPr sz="1050" b="0">
                <a:solidFill>
                  <a:srgbClr val="526779"/>
                </a:solidFill>
                <a:latin typeface="Arial"/>
                <a:ea typeface="Arial"/>
                <a:cs typeface="Arial"/>
              </a:defRPr>
            </a:lvl6pPr>
            <a:lvl7pPr algn="l">
              <a:buNone/>
              <a:defRPr sz="1050" b="0">
                <a:solidFill>
                  <a:srgbClr val="526779"/>
                </a:solidFill>
                <a:latin typeface="Arial"/>
                <a:ea typeface="Arial"/>
                <a:cs typeface="Arial"/>
              </a:defRPr>
            </a:lvl7pPr>
            <a:lvl8pPr algn="l">
              <a:buNone/>
              <a:defRPr sz="1050" b="0">
                <a:solidFill>
                  <a:srgbClr val="526779"/>
                </a:solidFill>
                <a:latin typeface="Arial"/>
                <a:ea typeface="Arial"/>
                <a:cs typeface="Arial"/>
              </a:defRPr>
            </a:lvl8pPr>
            <a:lvl9pPr algn="l">
              <a:buNone/>
              <a:defRPr sz="1050" b="0">
                <a:solidFill>
                  <a:srgbClr val="526779"/>
                </a:solidFill>
                <a:latin typeface="Arial"/>
                <a:ea typeface="Arial"/>
                <a:cs typeface="Arial"/>
              </a:defRPr>
            </a:lvl9pPr>
          </a:lstStyle>
          <a:p xmlns:a="http://schemas.openxmlformats.org/drawingml/2006/main">
            <a:pPr algn="l">
              <a:lnSpc>
                <a:spcPct val="105000"/>
              </a:lnSpc>
              <a:buNone/>
              <a:defRPr sz="1050" b="0">
                <a:solidFill>
                  <a:srgbClr val="526779"/>
                </a:solidFill>
                <a:latin typeface="Arial"/>
                <a:ea typeface="Arial"/>
                <a:cs typeface="Arial"/>
              </a:defRPr>
            </a:pPr>
            <a:r>
              <a:rPr sz="1050" b="0">
                <a:solidFill>
                  <a:srgbClr val="526779"/>
                </a:solidFill>
                <a:latin typeface="Arial"/>
                <a:ea typeface="Arial"/>
                <a:cs typeface="Arial"/>
              </a:rPr>
              <a:t>đăng ký theo quyền truy cập</a:t>
            </a:r>
          </a:p>
        </p:txBody>
      </p:sp>
      <p:sp>
        <p:nvSpPr>
          <p:cNvPr id="15" name="">
            <a:extLst xmlns:a="http://schemas.openxmlformats.org/drawingml/2006/main">
              <a:ext uri="{FF2B5EF4-FFF2-40B4-BE49-F238E27FC236}">
                <a16:creationId xmlns:a16="http://schemas.microsoft.com/office/drawing/2014/main" id="{4E9C7DFD-C81F-49D5-9452-B793735478B5}"/>
              </a:ext>
            </a:extLst>
          </p:cNvPr>
          <p:cNvSpPr>
            <a:spLocks xmlns:a="http://schemas.openxmlformats.org/drawingml/2006/main" noGrp="1"/>
          </p:cNvSpPr>
          <p:nvPr/>
        </p:nvSpPr>
        <p:spPr>
          <a:xfrm xmlns:a="http://schemas.openxmlformats.org/drawingml/2006/main" flipH="1">
            <a:off x="4067175" y="3619500"/>
            <a:ext cx="1762125" cy="352425"/>
          </a:xfrm>
          <a:prstGeom xmlns:a="http://schemas.openxmlformats.org/drawingml/2006/main" prst="line">
            <a:avLst/>
          </a:prstGeom>
          <a:noFill xmlns:a="http://schemas.openxmlformats.org/drawingml/2006/main"/>
          <a:ln xmlns:a="http://schemas.openxmlformats.org/drawingml/2006/main" w="19050">
            <a:solidFill>
              <a:srgbClr val="718597"/>
            </a:solidFill>
            <a:prstDash val="solid"/>
          </a:ln>
        </p:spPr>
      </p:sp>
      <p:sp>
        <p:nvSpPr>
          <p:cNvPr id="16" name="">
            <a:extLst xmlns:a="http://schemas.openxmlformats.org/drawingml/2006/main">
              <a:ext uri="{FF2B5EF4-FFF2-40B4-BE49-F238E27FC236}">
                <a16:creationId xmlns:a16="http://schemas.microsoft.com/office/drawing/2014/main" id="{3C587074-A2E7-4D85-AC07-E7E7592B1680}"/>
              </a:ext>
            </a:extLst>
          </p:cNvPr>
          <p:cNvSpPr>
            <a:spLocks xmlns:a="http://schemas.openxmlformats.org/drawingml/2006/main" noGrp="1"/>
          </p:cNvSpPr>
          <p:nvPr/>
        </p:nvSpPr>
        <p:spPr>
          <a:xfrm xmlns:a="http://schemas.openxmlformats.org/drawingml/2006/main">
            <a:off x="685800" y="4724400"/>
            <a:ext cx="3381375"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7E1E8"/>
            </a:solidFill>
            <a:prstDash val="solid"/>
          </a:ln>
        </p:spPr>
      </p:sp>
      <p:sp>
        <p:nvSpPr>
          <p:cNvPr id="17" name="">
            <a:extLst xmlns:a="http://schemas.openxmlformats.org/drawingml/2006/main">
              <a:ext uri="{FF2B5EF4-FFF2-40B4-BE49-F238E27FC236}">
                <a16:creationId xmlns:a16="http://schemas.microsoft.com/office/drawing/2014/main" id="{371616AA-9A5D-40D1-B5BC-799140EA8A04}"/>
              </a:ext>
            </a:extLst>
          </p:cNvPr>
          <p:cNvSpPr>
            <a:spLocks xmlns:a="http://schemas.openxmlformats.org/drawingml/2006/main" noGrp="1"/>
          </p:cNvSpPr>
          <p:nvPr/>
        </p:nvSpPr>
        <p:spPr>
          <a:xfrm xmlns:a="http://schemas.openxmlformats.org/drawingml/2006/main">
            <a:off x="895350" y="4943475"/>
            <a:ext cx="304800" cy="304800"/>
          </a:xfrm>
          <a:prstGeom xmlns:a="http://schemas.openxmlformats.org/drawingml/2006/main" prst="ellipse">
            <a:avLst/>
          </a:prstGeom>
          <a:solidFill xmlns:a="http://schemas.openxmlformats.org/drawingml/2006/main">
            <a:srgbClr val="2A987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5509B9-D5AE-4C11-88BA-9907F93A31A6}"/>
              </a:ext>
            </a:extLst>
          </p:cNvPr>
          <p:cNvSpPr>
            <a:spLocks xmlns:a="http://schemas.openxmlformats.org/drawingml/2006/main" noGrp="1"/>
          </p:cNvSpPr>
          <p:nvPr/>
        </p:nvSpPr>
        <p:spPr>
          <a:xfrm xmlns:a="http://schemas.openxmlformats.org/drawingml/2006/main">
            <a:off x="1352550" y="48387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16324F"/>
                </a:solidFill>
                <a:latin typeface="Arial"/>
                <a:ea typeface="Arial"/>
                <a:cs typeface="Arial"/>
              </a:defRPr>
            </a:defPPr>
            <a:lvl1pPr algn="l">
              <a:buNone/>
              <a:defRPr sz="1200" b="1">
                <a:solidFill>
                  <a:srgbClr val="16324F"/>
                </a:solidFill>
                <a:latin typeface="Arial"/>
                <a:ea typeface="Arial"/>
                <a:cs typeface="Arial"/>
              </a:defRPr>
            </a:lvl1pPr>
            <a:lvl2pPr algn="l">
              <a:buNone/>
              <a:defRPr sz="1200" b="1">
                <a:solidFill>
                  <a:srgbClr val="16324F"/>
                </a:solidFill>
                <a:latin typeface="Arial"/>
                <a:ea typeface="Arial"/>
                <a:cs typeface="Arial"/>
              </a:defRPr>
            </a:lvl2pPr>
            <a:lvl3pPr algn="l">
              <a:buNone/>
              <a:defRPr sz="1200" b="1">
                <a:solidFill>
                  <a:srgbClr val="16324F"/>
                </a:solidFill>
                <a:latin typeface="Arial"/>
                <a:ea typeface="Arial"/>
                <a:cs typeface="Arial"/>
              </a:defRPr>
            </a:lvl3pPr>
            <a:lvl4pPr algn="l">
              <a:buNone/>
              <a:defRPr sz="1200" b="1">
                <a:solidFill>
                  <a:srgbClr val="16324F"/>
                </a:solidFill>
                <a:latin typeface="Arial"/>
                <a:ea typeface="Arial"/>
                <a:cs typeface="Arial"/>
              </a:defRPr>
            </a:lvl4pPr>
            <a:lvl5pPr algn="l">
              <a:buNone/>
              <a:defRPr sz="1200" b="1">
                <a:solidFill>
                  <a:srgbClr val="16324F"/>
                </a:solidFill>
                <a:latin typeface="Arial"/>
                <a:ea typeface="Arial"/>
                <a:cs typeface="Arial"/>
              </a:defRPr>
            </a:lvl5pPr>
            <a:lvl6pPr algn="l">
              <a:buNone/>
              <a:defRPr sz="1200" b="1">
                <a:solidFill>
                  <a:srgbClr val="16324F"/>
                </a:solidFill>
                <a:latin typeface="Arial"/>
                <a:ea typeface="Arial"/>
                <a:cs typeface="Arial"/>
              </a:defRPr>
            </a:lvl6pPr>
            <a:lvl7pPr algn="l">
              <a:buNone/>
              <a:defRPr sz="1200" b="1">
                <a:solidFill>
                  <a:srgbClr val="16324F"/>
                </a:solidFill>
                <a:latin typeface="Arial"/>
                <a:ea typeface="Arial"/>
                <a:cs typeface="Arial"/>
              </a:defRPr>
            </a:lvl7pPr>
            <a:lvl8pPr algn="l">
              <a:buNone/>
              <a:defRPr sz="1200" b="1">
                <a:solidFill>
                  <a:srgbClr val="16324F"/>
                </a:solidFill>
                <a:latin typeface="Arial"/>
                <a:ea typeface="Arial"/>
                <a:cs typeface="Arial"/>
              </a:defRPr>
            </a:lvl8pPr>
            <a:lvl9pPr algn="l">
              <a:buNone/>
              <a:defRPr sz="1200" b="1">
                <a:solidFill>
                  <a:srgbClr val="16324F"/>
                </a:solidFill>
                <a:latin typeface="Arial"/>
                <a:ea typeface="Arial"/>
                <a:cs typeface="Arial"/>
              </a:defRPr>
            </a:lvl9pPr>
          </a:lstStyle>
          <a:p xmlns:a="http://schemas.openxmlformats.org/drawingml/2006/main">
            <a:pPr algn="l">
              <a:lnSpc>
                <a:spcPct val="105000"/>
              </a:lnSpc>
              <a:buNone/>
              <a:defRPr sz="1200" b="1">
                <a:solidFill>
                  <a:srgbClr val="16324F"/>
                </a:solidFill>
                <a:latin typeface="Arial"/>
                <a:ea typeface="Arial"/>
                <a:cs typeface="Arial"/>
              </a:defRPr>
            </a:pPr>
            <a:r>
              <a:rPr sz="1200" b="1">
                <a:solidFill>
                  <a:srgbClr val="16324F"/>
                </a:solidFill>
                <a:latin typeface="Arial"/>
                <a:ea typeface="Arial"/>
                <a:cs typeface="Arial"/>
              </a:rPr>
              <a:t>NGƯỜI DÂN</a:t>
            </a:r>
          </a:p>
        </p:txBody>
      </p:sp>
      <p:sp>
        <p:nvSpPr>
          <p:cNvPr id="19" name="">
            <a:extLst xmlns:a="http://schemas.openxmlformats.org/drawingml/2006/main">
              <a:ext uri="{FF2B5EF4-FFF2-40B4-BE49-F238E27FC236}">
                <a16:creationId xmlns:a16="http://schemas.microsoft.com/office/drawing/2014/main" id="{5A4018F8-9B8A-45A4-B60C-14BA42CBB688}"/>
              </a:ext>
            </a:extLst>
          </p:cNvPr>
          <p:cNvSpPr>
            <a:spLocks xmlns:a="http://schemas.openxmlformats.org/drawingml/2006/main" noGrp="1"/>
          </p:cNvSpPr>
          <p:nvPr/>
        </p:nvSpPr>
        <p:spPr>
          <a:xfrm xmlns:a="http://schemas.openxmlformats.org/drawingml/2006/main">
            <a:off x="1352550" y="51244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526779"/>
                </a:solidFill>
                <a:latin typeface="Arial"/>
                <a:ea typeface="Arial"/>
                <a:cs typeface="Arial"/>
              </a:defRPr>
            </a:defPPr>
            <a:lvl1pPr algn="l">
              <a:buNone/>
              <a:defRPr sz="1050" b="0">
                <a:solidFill>
                  <a:srgbClr val="526779"/>
                </a:solidFill>
                <a:latin typeface="Arial"/>
                <a:ea typeface="Arial"/>
                <a:cs typeface="Arial"/>
              </a:defRPr>
            </a:lvl1pPr>
            <a:lvl2pPr algn="l">
              <a:buNone/>
              <a:defRPr sz="1050" b="0">
                <a:solidFill>
                  <a:srgbClr val="526779"/>
                </a:solidFill>
                <a:latin typeface="Arial"/>
                <a:ea typeface="Arial"/>
                <a:cs typeface="Arial"/>
              </a:defRPr>
            </a:lvl2pPr>
            <a:lvl3pPr algn="l">
              <a:buNone/>
              <a:defRPr sz="1050" b="0">
                <a:solidFill>
                  <a:srgbClr val="526779"/>
                </a:solidFill>
                <a:latin typeface="Arial"/>
                <a:ea typeface="Arial"/>
                <a:cs typeface="Arial"/>
              </a:defRPr>
            </a:lvl3pPr>
            <a:lvl4pPr algn="l">
              <a:buNone/>
              <a:defRPr sz="1050" b="0">
                <a:solidFill>
                  <a:srgbClr val="526779"/>
                </a:solidFill>
                <a:latin typeface="Arial"/>
                <a:ea typeface="Arial"/>
                <a:cs typeface="Arial"/>
              </a:defRPr>
            </a:lvl4pPr>
            <a:lvl5pPr algn="l">
              <a:buNone/>
              <a:defRPr sz="1050" b="0">
                <a:solidFill>
                  <a:srgbClr val="526779"/>
                </a:solidFill>
                <a:latin typeface="Arial"/>
                <a:ea typeface="Arial"/>
                <a:cs typeface="Arial"/>
              </a:defRPr>
            </a:lvl5pPr>
            <a:lvl6pPr algn="l">
              <a:buNone/>
              <a:defRPr sz="1050" b="0">
                <a:solidFill>
                  <a:srgbClr val="526779"/>
                </a:solidFill>
                <a:latin typeface="Arial"/>
                <a:ea typeface="Arial"/>
                <a:cs typeface="Arial"/>
              </a:defRPr>
            </a:lvl6pPr>
            <a:lvl7pPr algn="l">
              <a:buNone/>
              <a:defRPr sz="1050" b="0">
                <a:solidFill>
                  <a:srgbClr val="526779"/>
                </a:solidFill>
                <a:latin typeface="Arial"/>
                <a:ea typeface="Arial"/>
                <a:cs typeface="Arial"/>
              </a:defRPr>
            </a:lvl7pPr>
            <a:lvl8pPr algn="l">
              <a:buNone/>
              <a:defRPr sz="1050" b="0">
                <a:solidFill>
                  <a:srgbClr val="526779"/>
                </a:solidFill>
                <a:latin typeface="Arial"/>
                <a:ea typeface="Arial"/>
                <a:cs typeface="Arial"/>
              </a:defRPr>
            </a:lvl8pPr>
            <a:lvl9pPr algn="l">
              <a:buNone/>
              <a:defRPr sz="1050" b="0">
                <a:solidFill>
                  <a:srgbClr val="526779"/>
                </a:solidFill>
                <a:latin typeface="Arial"/>
                <a:ea typeface="Arial"/>
                <a:cs typeface="Arial"/>
              </a:defRPr>
            </a:lvl9pPr>
          </a:lstStyle>
          <a:p xmlns:a="http://schemas.openxmlformats.org/drawingml/2006/main">
            <a:pPr algn="l">
              <a:lnSpc>
                <a:spcPct val="105000"/>
              </a:lnSpc>
              <a:buNone/>
              <a:defRPr sz="1050" b="0">
                <a:solidFill>
                  <a:srgbClr val="526779"/>
                </a:solidFill>
                <a:latin typeface="Arial"/>
                <a:ea typeface="Arial"/>
                <a:cs typeface="Arial"/>
              </a:defRPr>
            </a:pPr>
            <a:r>
              <a:rPr sz="1050" b="0">
                <a:solidFill>
                  <a:srgbClr val="526779"/>
                </a:solidFill>
                <a:latin typeface="Arial"/>
                <a:ea typeface="Arial"/>
                <a:cs typeface="Arial"/>
              </a:rPr>
              <a:t>đăng ký hội nghị công khai</a:t>
            </a:r>
          </a:p>
        </p:txBody>
      </p:sp>
      <p:sp>
        <p:nvSpPr>
          <p:cNvPr id="20" name="">
            <a:extLst xmlns:a="http://schemas.openxmlformats.org/drawingml/2006/main">
              <a:ext uri="{FF2B5EF4-FFF2-40B4-BE49-F238E27FC236}">
                <a16:creationId xmlns:a16="http://schemas.microsoft.com/office/drawing/2014/main" id="{C69639D5-B852-4DF3-A258-4FD51FFE446A}"/>
              </a:ext>
            </a:extLst>
          </p:cNvPr>
          <p:cNvSpPr>
            <a:spLocks xmlns:a="http://schemas.openxmlformats.org/drawingml/2006/main" noGrp="1"/>
          </p:cNvSpPr>
          <p:nvPr/>
        </p:nvSpPr>
        <p:spPr>
          <a:xfrm xmlns:a="http://schemas.openxmlformats.org/drawingml/2006/main" flipH="1">
            <a:off x="4067175" y="3619500"/>
            <a:ext cx="1762125" cy="1476375"/>
          </a:xfrm>
          <a:prstGeom xmlns:a="http://schemas.openxmlformats.org/drawingml/2006/main" prst="line">
            <a:avLst/>
          </a:prstGeom>
          <a:noFill xmlns:a="http://schemas.openxmlformats.org/drawingml/2006/main"/>
          <a:ln xmlns:a="http://schemas.openxmlformats.org/drawingml/2006/main" w="19050">
            <a:solidFill>
              <a:srgbClr val="718597"/>
            </a:solidFill>
            <a:prstDash val="solid"/>
          </a:ln>
        </p:spPr>
      </p:sp>
      <p:sp>
        <p:nvSpPr>
          <p:cNvPr id="21" name="">
            <a:extLst xmlns:a="http://schemas.openxmlformats.org/drawingml/2006/main">
              <a:ext uri="{FF2B5EF4-FFF2-40B4-BE49-F238E27FC236}">
                <a16:creationId xmlns:a16="http://schemas.microsoft.com/office/drawing/2014/main" id="{CA54903D-D9FC-49C9-B4DB-DC632C1E7AA8}"/>
              </a:ext>
            </a:extLst>
          </p:cNvPr>
          <p:cNvSpPr>
            <a:spLocks xmlns:a="http://schemas.openxmlformats.org/drawingml/2006/main" noGrp="1"/>
          </p:cNvSpPr>
          <p:nvPr/>
        </p:nvSpPr>
        <p:spPr>
          <a:xfrm xmlns:a="http://schemas.openxmlformats.org/drawingml/2006/main">
            <a:off x="5715000" y="2819400"/>
            <a:ext cx="1676400" cy="1676400"/>
          </a:xfrm>
          <a:prstGeom xmlns:a="http://schemas.openxmlformats.org/drawingml/2006/main" prst="ellipse">
            <a:avLst/>
          </a:prstGeom>
          <a:solidFill xmlns:a="http://schemas.openxmlformats.org/drawingml/2006/main">
            <a:srgbClr val="102A43"/>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3895ACC-6ED2-40FE-9251-0914EF6AE310}"/>
              </a:ext>
            </a:extLst>
          </p:cNvPr>
          <p:cNvSpPr>
            <a:spLocks xmlns:a="http://schemas.openxmlformats.org/drawingml/2006/main" noGrp="1"/>
          </p:cNvSpPr>
          <p:nvPr/>
        </p:nvSpPr>
        <p:spPr>
          <a:xfrm xmlns:a="http://schemas.openxmlformats.org/drawingml/2006/main">
            <a:off x="5905500" y="3333750"/>
            <a:ext cx="1295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FFFFFF"/>
                </a:solidFill>
                <a:latin typeface="Arial"/>
                <a:ea typeface="Arial"/>
                <a:cs typeface="Arial"/>
              </a:defRPr>
            </a:defPPr>
            <a:lvl1pPr algn="ctr">
              <a:buNone/>
              <a:defRPr sz="1350" b="1">
                <a:solidFill>
                  <a:srgbClr val="FFFFFF"/>
                </a:solidFill>
                <a:latin typeface="Arial"/>
                <a:ea typeface="Arial"/>
                <a:cs typeface="Arial"/>
              </a:defRPr>
            </a:lvl1pPr>
            <a:lvl2pPr algn="ctr">
              <a:buNone/>
              <a:defRPr sz="1350" b="1">
                <a:solidFill>
                  <a:srgbClr val="FFFFFF"/>
                </a:solidFill>
                <a:latin typeface="Arial"/>
                <a:ea typeface="Arial"/>
                <a:cs typeface="Arial"/>
              </a:defRPr>
            </a:lvl2pPr>
            <a:lvl3pPr algn="ctr">
              <a:buNone/>
              <a:defRPr sz="1350" b="1">
                <a:solidFill>
                  <a:srgbClr val="FFFFFF"/>
                </a:solidFill>
                <a:latin typeface="Arial"/>
                <a:ea typeface="Arial"/>
                <a:cs typeface="Arial"/>
              </a:defRPr>
            </a:lvl3pPr>
            <a:lvl4pPr algn="ctr">
              <a:buNone/>
              <a:defRPr sz="1350" b="1">
                <a:solidFill>
                  <a:srgbClr val="FFFFFF"/>
                </a:solidFill>
                <a:latin typeface="Arial"/>
                <a:ea typeface="Arial"/>
                <a:cs typeface="Arial"/>
              </a:defRPr>
            </a:lvl4pPr>
            <a:lvl5pPr algn="ctr">
              <a:buNone/>
              <a:defRPr sz="1350" b="1">
                <a:solidFill>
                  <a:srgbClr val="FFFFFF"/>
                </a:solidFill>
                <a:latin typeface="Arial"/>
                <a:ea typeface="Arial"/>
                <a:cs typeface="Arial"/>
              </a:defRPr>
            </a:lvl5pPr>
            <a:lvl6pPr algn="ctr">
              <a:buNone/>
              <a:defRPr sz="1350" b="1">
                <a:solidFill>
                  <a:srgbClr val="FFFFFF"/>
                </a:solidFill>
                <a:latin typeface="Arial"/>
                <a:ea typeface="Arial"/>
                <a:cs typeface="Arial"/>
              </a:defRPr>
            </a:lvl6pPr>
            <a:lvl7pPr algn="ctr">
              <a:buNone/>
              <a:defRPr sz="1350" b="1">
                <a:solidFill>
                  <a:srgbClr val="FFFFFF"/>
                </a:solidFill>
                <a:latin typeface="Arial"/>
                <a:ea typeface="Arial"/>
                <a:cs typeface="Arial"/>
              </a:defRPr>
            </a:lvl7pPr>
            <a:lvl8pPr algn="ctr">
              <a:buNone/>
              <a:defRPr sz="1350" b="1">
                <a:solidFill>
                  <a:srgbClr val="FFFFFF"/>
                </a:solidFill>
                <a:latin typeface="Arial"/>
                <a:ea typeface="Arial"/>
                <a:cs typeface="Arial"/>
              </a:defRPr>
            </a:lvl8pPr>
            <a:lvl9pPr algn="ctr">
              <a:buNone/>
              <a:defRPr sz="1350" b="1">
                <a:solidFill>
                  <a:srgbClr val="FFFFFF"/>
                </a:solidFill>
                <a:latin typeface="Arial"/>
                <a:ea typeface="Arial"/>
                <a:cs typeface="Arial"/>
              </a:defRPr>
            </a:lvl9pPr>
          </a:lstStyle>
          <a:p xmlns:a="http://schemas.openxmlformats.org/drawingml/2006/main">
            <a:pPr algn="ctr">
              <a:lnSpc>
                <a:spcPct val="105000"/>
              </a:lnSpc>
              <a:buNone/>
              <a:defRPr sz="1350" b="1">
                <a:solidFill>
                  <a:srgbClr val="FFFFFF"/>
                </a:solidFill>
                <a:latin typeface="Arial"/>
                <a:ea typeface="Arial"/>
                <a:cs typeface="Arial"/>
              </a:defRPr>
            </a:pPr>
            <a:r>
              <a:rPr sz="1350" b="1">
                <a:solidFill>
                  <a:srgbClr val="FFFFFF"/>
                </a:solidFill>
                <a:latin typeface="Arial"/>
                <a:ea typeface="Arial"/>
                <a:cs typeface="Arial"/>
              </a:rPr>
              <a:t>HỘI NGHỊ</a:t>
            </a:r>
          </a:p>
        </p:txBody>
      </p:sp>
      <p:sp>
        <p:nvSpPr>
          <p:cNvPr id="23" name="">
            <a:extLst xmlns:a="http://schemas.openxmlformats.org/drawingml/2006/main">
              <a:ext uri="{FF2B5EF4-FFF2-40B4-BE49-F238E27FC236}">
                <a16:creationId xmlns:a16="http://schemas.microsoft.com/office/drawing/2014/main" id="{A8D98A91-CCF0-4C00-B16F-A5503D5D248E}"/>
              </a:ext>
            </a:extLst>
          </p:cNvPr>
          <p:cNvSpPr>
            <a:spLocks xmlns:a="http://schemas.openxmlformats.org/drawingml/2006/main" noGrp="1"/>
          </p:cNvSpPr>
          <p:nvPr/>
        </p:nvSpPr>
        <p:spPr>
          <a:xfrm xmlns:a="http://schemas.openxmlformats.org/drawingml/2006/main">
            <a:off x="5905500" y="3676650"/>
            <a:ext cx="1295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0">
                <a:solidFill>
                  <a:srgbClr val="C8F1F1"/>
                </a:solidFill>
                <a:latin typeface="Arial"/>
                <a:ea typeface="Arial"/>
                <a:cs typeface="Arial"/>
              </a:defRPr>
            </a:defPPr>
            <a:lvl1pPr algn="ctr">
              <a:buNone/>
              <a:defRPr sz="1275" b="0">
                <a:solidFill>
                  <a:srgbClr val="C8F1F1"/>
                </a:solidFill>
                <a:latin typeface="Arial"/>
                <a:ea typeface="Arial"/>
                <a:cs typeface="Arial"/>
              </a:defRPr>
            </a:lvl1pPr>
            <a:lvl2pPr algn="ctr">
              <a:buNone/>
              <a:defRPr sz="1275" b="0">
                <a:solidFill>
                  <a:srgbClr val="C8F1F1"/>
                </a:solidFill>
                <a:latin typeface="Arial"/>
                <a:ea typeface="Arial"/>
                <a:cs typeface="Arial"/>
              </a:defRPr>
            </a:lvl2pPr>
            <a:lvl3pPr algn="ctr">
              <a:buNone/>
              <a:defRPr sz="1275" b="0">
                <a:solidFill>
                  <a:srgbClr val="C8F1F1"/>
                </a:solidFill>
                <a:latin typeface="Arial"/>
                <a:ea typeface="Arial"/>
                <a:cs typeface="Arial"/>
              </a:defRPr>
            </a:lvl3pPr>
            <a:lvl4pPr algn="ctr">
              <a:buNone/>
              <a:defRPr sz="1275" b="0">
                <a:solidFill>
                  <a:srgbClr val="C8F1F1"/>
                </a:solidFill>
                <a:latin typeface="Arial"/>
                <a:ea typeface="Arial"/>
                <a:cs typeface="Arial"/>
              </a:defRPr>
            </a:lvl4pPr>
            <a:lvl5pPr algn="ctr">
              <a:buNone/>
              <a:defRPr sz="1275" b="0">
                <a:solidFill>
                  <a:srgbClr val="C8F1F1"/>
                </a:solidFill>
                <a:latin typeface="Arial"/>
                <a:ea typeface="Arial"/>
                <a:cs typeface="Arial"/>
              </a:defRPr>
            </a:lvl5pPr>
            <a:lvl6pPr algn="ctr">
              <a:buNone/>
              <a:defRPr sz="1275" b="0">
                <a:solidFill>
                  <a:srgbClr val="C8F1F1"/>
                </a:solidFill>
                <a:latin typeface="Arial"/>
                <a:ea typeface="Arial"/>
                <a:cs typeface="Arial"/>
              </a:defRPr>
            </a:lvl6pPr>
            <a:lvl7pPr algn="ctr">
              <a:buNone/>
              <a:defRPr sz="1275" b="0">
                <a:solidFill>
                  <a:srgbClr val="C8F1F1"/>
                </a:solidFill>
                <a:latin typeface="Arial"/>
                <a:ea typeface="Arial"/>
                <a:cs typeface="Arial"/>
              </a:defRPr>
            </a:lvl7pPr>
            <a:lvl8pPr algn="ctr">
              <a:buNone/>
              <a:defRPr sz="1275" b="0">
                <a:solidFill>
                  <a:srgbClr val="C8F1F1"/>
                </a:solidFill>
                <a:latin typeface="Arial"/>
                <a:ea typeface="Arial"/>
                <a:cs typeface="Arial"/>
              </a:defRPr>
            </a:lvl8pPr>
            <a:lvl9pPr algn="ctr">
              <a:buNone/>
              <a:defRPr sz="1275" b="0">
                <a:solidFill>
                  <a:srgbClr val="C8F1F1"/>
                </a:solidFill>
                <a:latin typeface="Arial"/>
                <a:ea typeface="Arial"/>
                <a:cs typeface="Arial"/>
              </a:defRPr>
            </a:lvl9pPr>
          </a:lstStyle>
          <a:p xmlns:a="http://schemas.openxmlformats.org/drawingml/2006/main">
            <a:pPr algn="ctr">
              <a:lnSpc>
                <a:spcPct val="105000"/>
              </a:lnSpc>
              <a:buNone/>
              <a:defRPr sz="1275" b="0">
                <a:solidFill>
                  <a:srgbClr val="C8F1F1"/>
                </a:solidFill>
                <a:latin typeface="Arial"/>
                <a:ea typeface="Arial"/>
                <a:cs typeface="Arial"/>
              </a:defRPr>
            </a:pPr>
            <a:r>
              <a:rPr sz="1275" b="0">
                <a:solidFill>
                  <a:srgbClr val="C8F1F1"/>
                </a:solidFill>
                <a:latin typeface="Arial"/>
                <a:ea typeface="Arial"/>
                <a:cs typeface="Arial"/>
              </a:rPr>
              <a:t>một hồ sơ</a:t>
            </a:r>
          </a:p>
          <a:p xmlns:a="http://schemas.openxmlformats.org/drawingml/2006/main">
            <a:pPr algn="ctr">
              <a:lnSpc>
                <a:spcPct val="105000"/>
              </a:lnSpc>
              <a:buNone/>
              <a:defRPr sz="1275" b="0">
                <a:solidFill>
                  <a:srgbClr val="C8F1F1"/>
                </a:solidFill>
                <a:latin typeface="Arial"/>
                <a:ea typeface="Arial"/>
                <a:cs typeface="Arial"/>
              </a:defRPr>
            </a:pPr>
            <a:r>
              <a:rPr sz="1275" b="0">
                <a:solidFill>
                  <a:srgbClr val="C8F1F1"/>
                </a:solidFill>
                <a:latin typeface="Arial"/>
                <a:ea typeface="Arial"/>
                <a:cs typeface="Arial"/>
              </a:rPr>
              <a:t>chung</a:t>
            </a:r>
          </a:p>
        </p:txBody>
      </p:sp>
      <p:sp>
        <p:nvSpPr>
          <p:cNvPr id="24" name="">
            <a:extLst xmlns:a="http://schemas.openxmlformats.org/drawingml/2006/main">
              <a:ext uri="{FF2B5EF4-FFF2-40B4-BE49-F238E27FC236}">
                <a16:creationId xmlns:a16="http://schemas.microsoft.com/office/drawing/2014/main" id="{212D9EFA-BB87-46DF-866B-78616E473318}"/>
              </a:ext>
            </a:extLst>
          </p:cNvPr>
          <p:cNvSpPr>
            <a:spLocks xmlns:a="http://schemas.openxmlformats.org/drawingml/2006/main" noGrp="1"/>
          </p:cNvSpPr>
          <p:nvPr/>
        </p:nvSpPr>
        <p:spPr>
          <a:xfrm xmlns:a="http://schemas.openxmlformats.org/drawingml/2006/main">
            <a:off x="8420100" y="2419350"/>
            <a:ext cx="3105150" cy="3143250"/>
          </a:xfrm>
          <a:prstGeom xmlns:a="http://schemas.openxmlformats.org/drawingml/2006/main" prst="rect">
            <a:avLst/>
          </a:prstGeom>
          <a:solidFill xmlns:a="http://schemas.openxmlformats.org/drawingml/2006/main">
            <a:srgbClr val="E7F2F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5D6BD6C-C362-4437-A0B9-AEFBD768943E}"/>
              </a:ext>
            </a:extLst>
          </p:cNvPr>
          <p:cNvSpPr>
            <a:spLocks xmlns:a="http://schemas.openxmlformats.org/drawingml/2006/main" noGrp="1"/>
          </p:cNvSpPr>
          <p:nvPr/>
        </p:nvSpPr>
        <p:spPr>
          <a:xfrm xmlns:a="http://schemas.openxmlformats.org/drawingml/2006/main">
            <a:off x="8705850" y="2686050"/>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796A3"/>
                </a:solidFill>
                <a:latin typeface="Arial"/>
                <a:ea typeface="Arial"/>
                <a:cs typeface="Arial"/>
              </a:defRPr>
            </a:defPPr>
            <a:lvl1pPr algn="l">
              <a:buNone/>
              <a:defRPr sz="1200" b="1">
                <a:solidFill>
                  <a:srgbClr val="0796A3"/>
                </a:solidFill>
                <a:latin typeface="Arial"/>
                <a:ea typeface="Arial"/>
                <a:cs typeface="Arial"/>
              </a:defRPr>
            </a:lvl1pPr>
            <a:lvl2pPr algn="l">
              <a:buNone/>
              <a:defRPr sz="1200" b="1">
                <a:solidFill>
                  <a:srgbClr val="0796A3"/>
                </a:solidFill>
                <a:latin typeface="Arial"/>
                <a:ea typeface="Arial"/>
                <a:cs typeface="Arial"/>
              </a:defRPr>
            </a:lvl2pPr>
            <a:lvl3pPr algn="l">
              <a:buNone/>
              <a:defRPr sz="1200" b="1">
                <a:solidFill>
                  <a:srgbClr val="0796A3"/>
                </a:solidFill>
                <a:latin typeface="Arial"/>
                <a:ea typeface="Arial"/>
                <a:cs typeface="Arial"/>
              </a:defRPr>
            </a:lvl3pPr>
            <a:lvl4pPr algn="l">
              <a:buNone/>
              <a:defRPr sz="1200" b="1">
                <a:solidFill>
                  <a:srgbClr val="0796A3"/>
                </a:solidFill>
                <a:latin typeface="Arial"/>
                <a:ea typeface="Arial"/>
                <a:cs typeface="Arial"/>
              </a:defRPr>
            </a:lvl4pPr>
            <a:lvl5pPr algn="l">
              <a:buNone/>
              <a:defRPr sz="1200" b="1">
                <a:solidFill>
                  <a:srgbClr val="0796A3"/>
                </a:solidFill>
                <a:latin typeface="Arial"/>
                <a:ea typeface="Arial"/>
                <a:cs typeface="Arial"/>
              </a:defRPr>
            </a:lvl5pPr>
            <a:lvl6pPr algn="l">
              <a:buNone/>
              <a:defRPr sz="1200" b="1">
                <a:solidFill>
                  <a:srgbClr val="0796A3"/>
                </a:solidFill>
                <a:latin typeface="Arial"/>
                <a:ea typeface="Arial"/>
                <a:cs typeface="Arial"/>
              </a:defRPr>
            </a:lvl6pPr>
            <a:lvl7pPr algn="l">
              <a:buNone/>
              <a:defRPr sz="1200" b="1">
                <a:solidFill>
                  <a:srgbClr val="0796A3"/>
                </a:solidFill>
                <a:latin typeface="Arial"/>
                <a:ea typeface="Arial"/>
                <a:cs typeface="Arial"/>
              </a:defRPr>
            </a:lvl7pPr>
            <a:lvl8pPr algn="l">
              <a:buNone/>
              <a:defRPr sz="1200" b="1">
                <a:solidFill>
                  <a:srgbClr val="0796A3"/>
                </a:solidFill>
                <a:latin typeface="Arial"/>
                <a:ea typeface="Arial"/>
                <a:cs typeface="Arial"/>
              </a:defRPr>
            </a:lvl8pPr>
            <a:lvl9pPr algn="l">
              <a:buNone/>
              <a:defRPr sz="1200" b="1">
                <a:solidFill>
                  <a:srgbClr val="0796A3"/>
                </a:solidFill>
                <a:latin typeface="Arial"/>
                <a:ea typeface="Arial"/>
                <a:cs typeface="Arial"/>
              </a:defRPr>
            </a:lvl9pPr>
          </a:lstStyle>
          <a:p xmlns:a="http://schemas.openxmlformats.org/drawingml/2006/main">
            <a:pPr algn="l">
              <a:lnSpc>
                <a:spcPct val="105000"/>
              </a:lnSpc>
              <a:buNone/>
              <a:defRPr sz="1200" b="1">
                <a:solidFill>
                  <a:srgbClr val="0796A3"/>
                </a:solidFill>
                <a:latin typeface="Arial"/>
                <a:ea typeface="Arial"/>
                <a:cs typeface="Arial"/>
              </a:defRPr>
            </a:pPr>
            <a:r>
              <a:rPr sz="1200" b="1">
                <a:solidFill>
                  <a:srgbClr val="0796A3"/>
                </a:solidFill>
                <a:latin typeface="Arial"/>
                <a:ea typeface="Arial"/>
                <a:cs typeface="Arial"/>
              </a:rPr>
              <a:t>KẾT NỐI DỄ HƠN</a:t>
            </a:r>
          </a:p>
        </p:txBody>
      </p:sp>
      <p:sp>
        <p:nvSpPr>
          <p:cNvPr id="26" name="">
            <a:extLst xmlns:a="http://schemas.openxmlformats.org/drawingml/2006/main">
              <a:ext uri="{FF2B5EF4-FFF2-40B4-BE49-F238E27FC236}">
                <a16:creationId xmlns:a16="http://schemas.microsoft.com/office/drawing/2014/main" id="{5CFFA2A7-B210-46C8-B0B8-FBF2567999F9}"/>
              </a:ext>
            </a:extLst>
          </p:cNvPr>
          <p:cNvSpPr>
            <a:spLocks xmlns:a="http://schemas.openxmlformats.org/drawingml/2006/main" noGrp="1"/>
          </p:cNvSpPr>
          <p:nvPr/>
        </p:nvSpPr>
        <p:spPr>
          <a:xfrm xmlns:a="http://schemas.openxmlformats.org/drawingml/2006/main">
            <a:off x="8705850" y="3200400"/>
            <a:ext cx="2495550" cy="1943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324F"/>
                </a:solidFill>
                <a:latin typeface="Arial"/>
                <a:ea typeface="Arial"/>
                <a:cs typeface="Arial"/>
              </a:defRPr>
            </a:defPPr>
            <a:lvl1pPr algn="l">
              <a:buNone/>
              <a:defRPr sz="1350" b="0">
                <a:solidFill>
                  <a:srgbClr val="16324F"/>
                </a:solidFill>
                <a:latin typeface="Arial"/>
                <a:ea typeface="Arial"/>
                <a:cs typeface="Arial"/>
              </a:defRPr>
            </a:lvl1pPr>
            <a:lvl2pPr algn="l">
              <a:buNone/>
              <a:defRPr sz="1350" b="0">
                <a:solidFill>
                  <a:srgbClr val="16324F"/>
                </a:solidFill>
                <a:latin typeface="Arial"/>
                <a:ea typeface="Arial"/>
                <a:cs typeface="Arial"/>
              </a:defRPr>
            </a:lvl2pPr>
            <a:lvl3pPr algn="l">
              <a:buNone/>
              <a:defRPr sz="1350" b="0">
                <a:solidFill>
                  <a:srgbClr val="16324F"/>
                </a:solidFill>
                <a:latin typeface="Arial"/>
                <a:ea typeface="Arial"/>
                <a:cs typeface="Arial"/>
              </a:defRPr>
            </a:lvl3pPr>
            <a:lvl4pPr algn="l">
              <a:buNone/>
              <a:defRPr sz="1350" b="0">
                <a:solidFill>
                  <a:srgbClr val="16324F"/>
                </a:solidFill>
                <a:latin typeface="Arial"/>
                <a:ea typeface="Arial"/>
                <a:cs typeface="Arial"/>
              </a:defRPr>
            </a:lvl4pPr>
            <a:lvl5pPr algn="l">
              <a:buNone/>
              <a:defRPr sz="1350" b="0">
                <a:solidFill>
                  <a:srgbClr val="16324F"/>
                </a:solidFill>
                <a:latin typeface="Arial"/>
                <a:ea typeface="Arial"/>
                <a:cs typeface="Arial"/>
              </a:defRPr>
            </a:lvl5pPr>
            <a:lvl6pPr algn="l">
              <a:buNone/>
              <a:defRPr sz="1350" b="0">
                <a:solidFill>
                  <a:srgbClr val="16324F"/>
                </a:solidFill>
                <a:latin typeface="Arial"/>
                <a:ea typeface="Arial"/>
                <a:cs typeface="Arial"/>
              </a:defRPr>
            </a:lvl6pPr>
            <a:lvl7pPr algn="l">
              <a:buNone/>
              <a:defRPr sz="1350" b="0">
                <a:solidFill>
                  <a:srgbClr val="16324F"/>
                </a:solidFill>
                <a:latin typeface="Arial"/>
                <a:ea typeface="Arial"/>
                <a:cs typeface="Arial"/>
              </a:defRPr>
            </a:lvl7pPr>
            <a:lvl8pPr algn="l">
              <a:buNone/>
              <a:defRPr sz="1350" b="0">
                <a:solidFill>
                  <a:srgbClr val="16324F"/>
                </a:solidFill>
                <a:latin typeface="Arial"/>
                <a:ea typeface="Arial"/>
                <a:cs typeface="Arial"/>
              </a:defRPr>
            </a:lvl8pPr>
            <a:lvl9pPr algn="l">
              <a:buNone/>
              <a:defRPr sz="1350" b="0">
                <a:solidFill>
                  <a:srgbClr val="16324F"/>
                </a:solidFill>
                <a:latin typeface="Arial"/>
                <a:ea typeface="Arial"/>
                <a:cs typeface="Arial"/>
              </a:defRPr>
            </a:lvl9pPr>
          </a:lstStyle>
          <a:p xmlns:a="http://schemas.openxmlformats.org/drawingml/2006/main">
            <a:pPr algn="l">
              <a:lnSpc>
                <a:spcPct val="115000"/>
              </a:lnSpc>
              <a:buNone/>
              <a:defRPr sz="1350" b="0">
                <a:solidFill>
                  <a:srgbClr val="16324F"/>
                </a:solidFill>
                <a:latin typeface="Arial"/>
                <a:ea typeface="Arial"/>
                <a:cs typeface="Arial"/>
              </a:defRPr>
            </a:pPr>
            <a:r>
              <a:rPr sz="1350" b="0">
                <a:solidFill>
                  <a:srgbClr val="16324F"/>
                </a:solidFill>
                <a:latin typeface="Arial"/>
                <a:ea typeface="Arial"/>
                <a:cs typeface="Arial"/>
              </a:rPr>
              <a:t>• Danh sách hội nghị rõ mã, thời gian, địa điểm</a:t>
            </a:r>
          </a:p>
          <a:p xmlns:a="http://schemas.openxmlformats.org/drawingml/2006/main">
            <a:r>
              <a:t/>
            </a:r>
          </a:p>
          <a:p xmlns:a="http://schemas.openxmlformats.org/drawingml/2006/main">
            <a:pPr algn="l">
              <a:lnSpc>
                <a:spcPct val="115000"/>
              </a:lnSpc>
              <a:buNone/>
              <a:defRPr sz="1350" b="0">
                <a:solidFill>
                  <a:srgbClr val="16324F"/>
                </a:solidFill>
                <a:latin typeface="Arial"/>
                <a:ea typeface="Arial"/>
                <a:cs typeface="Arial"/>
              </a:defRPr>
            </a:pPr>
            <a:r>
              <a:rPr sz="1350" b="0">
                <a:solidFill>
                  <a:srgbClr val="16324F"/>
                </a:solidFill>
                <a:latin typeface="Arial"/>
                <a:ea typeface="Arial"/>
                <a:cs typeface="Arial"/>
              </a:rPr>
              <a:t>• Công khai hoặc giới hạn đơn vị được đăng ký</a:t>
            </a:r>
          </a:p>
          <a:p xmlns:a="http://schemas.openxmlformats.org/drawingml/2006/main">
            <a:r>
              <a:t/>
            </a:r>
          </a:p>
          <a:p xmlns:a="http://schemas.openxmlformats.org/drawingml/2006/main">
            <a:pPr algn="l">
              <a:lnSpc>
                <a:spcPct val="115000"/>
              </a:lnSpc>
              <a:buNone/>
              <a:defRPr sz="1350" b="0">
                <a:solidFill>
                  <a:srgbClr val="16324F"/>
                </a:solidFill>
                <a:latin typeface="Arial"/>
                <a:ea typeface="Arial"/>
                <a:cs typeface="Arial"/>
              </a:defRPr>
            </a:pPr>
            <a:r>
              <a:rPr sz="1350" b="0">
                <a:solidFill>
                  <a:srgbClr val="16324F"/>
                </a:solidFill>
                <a:latin typeface="Arial"/>
                <a:ea typeface="Arial"/>
                <a:cs typeface="Arial"/>
              </a:rPr>
              <a:t>• Số đăng ký hiển thị để ban tổ chức theo dõi</a:t>
            </a:r>
          </a:p>
        </p:txBody>
      </p:sp>
    </p:spTree>
    <p:extLst>
      <p:ext uri="{BB962C8B-B14F-4D97-AF65-F5344CB8AC3E}">
        <p14:creationId xmlns:p14="http://schemas.microsoft.com/office/powerpoint/2010/main" val="236718255"/>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DE583E1-3894-4262-9222-9E31A66B2CC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0796A3"/>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6C01A0-B769-4E09-971B-1A63D37B56D8}"/>
              </a:ext>
            </a:extLst>
          </p:cNvPr>
          <p:cNvSpPr>
            <a:spLocks xmlns:a="http://schemas.openxmlformats.org/drawingml/2006/main" noGrp="1"/>
          </p:cNvSpPr>
          <p:nvPr/>
        </p:nvSpPr>
        <p:spPr>
          <a:xfrm xmlns:a="http://schemas.openxmlformats.org/drawingml/2006/main">
            <a:off x="11144250" y="361950"/>
            <a:ext cx="457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1200" b="1">
                <a:solidFill>
                  <a:srgbClr val="0796A3"/>
                </a:solidFill>
                <a:latin typeface="Arial"/>
                <a:ea typeface="Arial"/>
                <a:cs typeface="Arial"/>
              </a:defRPr>
            </a:defPPr>
            <a:lvl1pPr algn="r">
              <a:buNone/>
              <a:defRPr sz="1200" b="1">
                <a:solidFill>
                  <a:srgbClr val="0796A3"/>
                </a:solidFill>
                <a:latin typeface="Arial"/>
                <a:ea typeface="Arial"/>
                <a:cs typeface="Arial"/>
              </a:defRPr>
            </a:lvl1pPr>
            <a:lvl2pPr algn="r">
              <a:buNone/>
              <a:defRPr sz="1200" b="1">
                <a:solidFill>
                  <a:srgbClr val="0796A3"/>
                </a:solidFill>
                <a:latin typeface="Arial"/>
                <a:ea typeface="Arial"/>
                <a:cs typeface="Arial"/>
              </a:defRPr>
            </a:lvl2pPr>
            <a:lvl3pPr algn="r">
              <a:buNone/>
              <a:defRPr sz="1200" b="1">
                <a:solidFill>
                  <a:srgbClr val="0796A3"/>
                </a:solidFill>
                <a:latin typeface="Arial"/>
                <a:ea typeface="Arial"/>
                <a:cs typeface="Arial"/>
              </a:defRPr>
            </a:lvl3pPr>
            <a:lvl4pPr algn="r">
              <a:buNone/>
              <a:defRPr sz="1200" b="1">
                <a:solidFill>
                  <a:srgbClr val="0796A3"/>
                </a:solidFill>
                <a:latin typeface="Arial"/>
                <a:ea typeface="Arial"/>
                <a:cs typeface="Arial"/>
              </a:defRPr>
            </a:lvl4pPr>
            <a:lvl5pPr algn="r">
              <a:buNone/>
              <a:defRPr sz="1200" b="1">
                <a:solidFill>
                  <a:srgbClr val="0796A3"/>
                </a:solidFill>
                <a:latin typeface="Arial"/>
                <a:ea typeface="Arial"/>
                <a:cs typeface="Arial"/>
              </a:defRPr>
            </a:lvl5pPr>
            <a:lvl6pPr algn="r">
              <a:buNone/>
              <a:defRPr sz="1200" b="1">
                <a:solidFill>
                  <a:srgbClr val="0796A3"/>
                </a:solidFill>
                <a:latin typeface="Arial"/>
                <a:ea typeface="Arial"/>
                <a:cs typeface="Arial"/>
              </a:defRPr>
            </a:lvl6pPr>
            <a:lvl7pPr algn="r">
              <a:buNone/>
              <a:defRPr sz="1200" b="1">
                <a:solidFill>
                  <a:srgbClr val="0796A3"/>
                </a:solidFill>
                <a:latin typeface="Arial"/>
                <a:ea typeface="Arial"/>
                <a:cs typeface="Arial"/>
              </a:defRPr>
            </a:lvl7pPr>
            <a:lvl8pPr algn="r">
              <a:buNone/>
              <a:defRPr sz="1200" b="1">
                <a:solidFill>
                  <a:srgbClr val="0796A3"/>
                </a:solidFill>
                <a:latin typeface="Arial"/>
                <a:ea typeface="Arial"/>
                <a:cs typeface="Arial"/>
              </a:defRPr>
            </a:lvl8pPr>
            <a:lvl9pPr algn="r">
              <a:buNone/>
              <a:defRPr sz="1200" b="1">
                <a:solidFill>
                  <a:srgbClr val="0796A3"/>
                </a:solidFill>
                <a:latin typeface="Arial"/>
                <a:ea typeface="Arial"/>
                <a:cs typeface="Arial"/>
              </a:defRPr>
            </a:lvl9pPr>
          </a:lstStyle>
          <a:p xmlns:a="http://schemas.openxmlformats.org/drawingml/2006/main">
            <a:pPr algn="r">
              <a:lnSpc>
                <a:spcPct val="105000"/>
              </a:lnSpc>
              <a:buNone/>
              <a:defRPr sz="1200" b="1">
                <a:solidFill>
                  <a:srgbClr val="0796A3"/>
                </a:solidFill>
                <a:latin typeface="Arial"/>
                <a:ea typeface="Arial"/>
                <a:cs typeface="Arial"/>
              </a:defRPr>
            </a:pPr>
            <a:r>
              <a:rPr sz="1200" b="1">
                <a:solidFill>
                  <a:srgbClr val="0796A3"/>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B4F5C1BA-6699-4F77-A060-367109102C58}"/>
              </a:ext>
            </a:extLst>
          </p:cNvPr>
          <p:cNvSpPr>
            <a:spLocks xmlns:a="http://schemas.openxmlformats.org/drawingml/2006/main" noGrp="1"/>
          </p:cNvSpPr>
          <p:nvPr/>
        </p:nvSpPr>
        <p:spPr>
          <a:xfrm xmlns:a="http://schemas.openxmlformats.org/drawingml/2006/main">
            <a:off x="609600" y="41910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102A43"/>
                </a:solidFill>
                <a:latin typeface="Arial"/>
                <a:ea typeface="Arial"/>
                <a:cs typeface="Arial"/>
              </a:defRPr>
            </a:defPPr>
            <a:lvl1pPr algn="l">
              <a:buNone/>
              <a:defRPr sz="2700" b="1">
                <a:solidFill>
                  <a:srgbClr val="102A43"/>
                </a:solidFill>
                <a:latin typeface="Arial"/>
                <a:ea typeface="Arial"/>
                <a:cs typeface="Arial"/>
              </a:defRPr>
            </a:lvl1pPr>
            <a:lvl2pPr algn="l">
              <a:buNone/>
              <a:defRPr sz="2700" b="1">
                <a:solidFill>
                  <a:srgbClr val="102A43"/>
                </a:solidFill>
                <a:latin typeface="Arial"/>
                <a:ea typeface="Arial"/>
                <a:cs typeface="Arial"/>
              </a:defRPr>
            </a:lvl2pPr>
            <a:lvl3pPr algn="l">
              <a:buNone/>
              <a:defRPr sz="2700" b="1">
                <a:solidFill>
                  <a:srgbClr val="102A43"/>
                </a:solidFill>
                <a:latin typeface="Arial"/>
                <a:ea typeface="Arial"/>
                <a:cs typeface="Arial"/>
              </a:defRPr>
            </a:lvl3pPr>
            <a:lvl4pPr algn="l">
              <a:buNone/>
              <a:defRPr sz="2700" b="1">
                <a:solidFill>
                  <a:srgbClr val="102A43"/>
                </a:solidFill>
                <a:latin typeface="Arial"/>
                <a:ea typeface="Arial"/>
                <a:cs typeface="Arial"/>
              </a:defRPr>
            </a:lvl4pPr>
            <a:lvl5pPr algn="l">
              <a:buNone/>
              <a:defRPr sz="2700" b="1">
                <a:solidFill>
                  <a:srgbClr val="102A43"/>
                </a:solidFill>
                <a:latin typeface="Arial"/>
                <a:ea typeface="Arial"/>
                <a:cs typeface="Arial"/>
              </a:defRPr>
            </a:lvl5pPr>
            <a:lvl6pPr algn="l">
              <a:buNone/>
              <a:defRPr sz="2700" b="1">
                <a:solidFill>
                  <a:srgbClr val="102A43"/>
                </a:solidFill>
                <a:latin typeface="Arial"/>
                <a:ea typeface="Arial"/>
                <a:cs typeface="Arial"/>
              </a:defRPr>
            </a:lvl6pPr>
            <a:lvl7pPr algn="l">
              <a:buNone/>
              <a:defRPr sz="2700" b="1">
                <a:solidFill>
                  <a:srgbClr val="102A43"/>
                </a:solidFill>
                <a:latin typeface="Arial"/>
                <a:ea typeface="Arial"/>
                <a:cs typeface="Arial"/>
              </a:defRPr>
            </a:lvl7pPr>
            <a:lvl8pPr algn="l">
              <a:buNone/>
              <a:defRPr sz="2700" b="1">
                <a:solidFill>
                  <a:srgbClr val="102A43"/>
                </a:solidFill>
                <a:latin typeface="Arial"/>
                <a:ea typeface="Arial"/>
                <a:cs typeface="Arial"/>
              </a:defRPr>
            </a:lvl8pPr>
            <a:lvl9pPr algn="l">
              <a:buNone/>
              <a:defRPr sz="2700" b="1">
                <a:solidFill>
                  <a:srgbClr val="102A43"/>
                </a:solidFill>
                <a:latin typeface="Arial"/>
                <a:ea typeface="Arial"/>
                <a:cs typeface="Arial"/>
              </a:defRPr>
            </a:lvl9pPr>
          </a:lstStyle>
          <a:p xmlns:a="http://schemas.openxmlformats.org/drawingml/2006/main">
            <a:pPr algn="l">
              <a:lnSpc>
                <a:spcPct val="105000"/>
              </a:lnSpc>
              <a:buNone/>
              <a:defRPr sz="2700" b="1">
                <a:solidFill>
                  <a:srgbClr val="102A43"/>
                </a:solidFill>
                <a:latin typeface="Arial"/>
                <a:ea typeface="Arial"/>
                <a:cs typeface="Arial"/>
              </a:defRPr>
            </a:pPr>
            <a:r>
              <a:rPr sz="2700" b="1">
                <a:solidFill>
                  <a:srgbClr val="102A43"/>
                </a:solidFill>
                <a:latin typeface="Arial"/>
                <a:ea typeface="Arial"/>
                <a:cs typeface="Arial"/>
              </a:rPr>
              <a:t>Công cụ vận hành trong một nơi</a:t>
            </a:r>
          </a:p>
        </p:txBody>
      </p:sp>
      <p:sp>
        <p:nvSpPr>
          <p:cNvPr id="4" name="">
            <a:extLst xmlns:a="http://schemas.openxmlformats.org/drawingml/2006/main">
              <a:ext uri="{FF2B5EF4-FFF2-40B4-BE49-F238E27FC236}">
                <a16:creationId xmlns:a16="http://schemas.microsoft.com/office/drawing/2014/main" id="{F01E06F0-11E3-46BA-81AD-01E74DF250D4}"/>
              </a:ext>
            </a:extLst>
          </p:cNvPr>
          <p:cNvSpPr>
            <a:spLocks xmlns:a="http://schemas.openxmlformats.org/drawingml/2006/main" noGrp="1"/>
          </p:cNvSpPr>
          <p:nvPr/>
        </p:nvSpPr>
        <p:spPr>
          <a:xfrm xmlns:a="http://schemas.openxmlformats.org/drawingml/2006/main" flipH="0">
            <a:off x="609600" y="1104900"/>
            <a:ext cx="1097280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5" name="">
            <a:extLst xmlns:a="http://schemas.openxmlformats.org/drawingml/2006/main">
              <a:ext uri="{FF2B5EF4-FFF2-40B4-BE49-F238E27FC236}">
                <a16:creationId xmlns:a16="http://schemas.microsoft.com/office/drawing/2014/main" id="{E22BD25A-24E8-4C39-BF69-E4E3A34CB488}"/>
              </a:ext>
            </a:extLst>
          </p:cNvPr>
          <p:cNvSpPr>
            <a:spLocks xmlns:a="http://schemas.openxmlformats.org/drawingml/2006/main" noGrp="1"/>
          </p:cNvSpPr>
          <p:nvPr/>
        </p:nvSpPr>
        <p:spPr>
          <a:xfrm xmlns:a="http://schemas.openxmlformats.org/drawingml/2006/main">
            <a:off x="609600" y="1381125"/>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6779"/>
                </a:solidFill>
                <a:latin typeface="Arial"/>
                <a:ea typeface="Arial"/>
                <a:cs typeface="Arial"/>
              </a:defRPr>
            </a:defPPr>
            <a:lvl1pPr algn="l">
              <a:buNone/>
              <a:defRPr sz="1575" b="0">
                <a:solidFill>
                  <a:srgbClr val="526779"/>
                </a:solidFill>
                <a:latin typeface="Arial"/>
                <a:ea typeface="Arial"/>
                <a:cs typeface="Arial"/>
              </a:defRPr>
            </a:lvl1pPr>
            <a:lvl2pPr algn="l">
              <a:buNone/>
              <a:defRPr sz="1575" b="0">
                <a:solidFill>
                  <a:srgbClr val="526779"/>
                </a:solidFill>
                <a:latin typeface="Arial"/>
                <a:ea typeface="Arial"/>
                <a:cs typeface="Arial"/>
              </a:defRPr>
            </a:lvl2pPr>
            <a:lvl3pPr algn="l">
              <a:buNone/>
              <a:defRPr sz="1575" b="0">
                <a:solidFill>
                  <a:srgbClr val="526779"/>
                </a:solidFill>
                <a:latin typeface="Arial"/>
                <a:ea typeface="Arial"/>
                <a:cs typeface="Arial"/>
              </a:defRPr>
            </a:lvl3pPr>
            <a:lvl4pPr algn="l">
              <a:buNone/>
              <a:defRPr sz="1575" b="0">
                <a:solidFill>
                  <a:srgbClr val="526779"/>
                </a:solidFill>
                <a:latin typeface="Arial"/>
                <a:ea typeface="Arial"/>
                <a:cs typeface="Arial"/>
              </a:defRPr>
            </a:lvl4pPr>
            <a:lvl5pPr algn="l">
              <a:buNone/>
              <a:defRPr sz="1575" b="0">
                <a:solidFill>
                  <a:srgbClr val="526779"/>
                </a:solidFill>
                <a:latin typeface="Arial"/>
                <a:ea typeface="Arial"/>
                <a:cs typeface="Arial"/>
              </a:defRPr>
            </a:lvl5pPr>
            <a:lvl6pPr algn="l">
              <a:buNone/>
              <a:defRPr sz="1575" b="0">
                <a:solidFill>
                  <a:srgbClr val="526779"/>
                </a:solidFill>
                <a:latin typeface="Arial"/>
                <a:ea typeface="Arial"/>
                <a:cs typeface="Arial"/>
              </a:defRPr>
            </a:lvl6pPr>
            <a:lvl7pPr algn="l">
              <a:buNone/>
              <a:defRPr sz="1575" b="0">
                <a:solidFill>
                  <a:srgbClr val="526779"/>
                </a:solidFill>
                <a:latin typeface="Arial"/>
                <a:ea typeface="Arial"/>
                <a:cs typeface="Arial"/>
              </a:defRPr>
            </a:lvl7pPr>
            <a:lvl8pPr algn="l">
              <a:buNone/>
              <a:defRPr sz="1575" b="0">
                <a:solidFill>
                  <a:srgbClr val="526779"/>
                </a:solidFill>
                <a:latin typeface="Arial"/>
                <a:ea typeface="Arial"/>
                <a:cs typeface="Arial"/>
              </a:defRPr>
            </a:lvl8pPr>
            <a:lvl9pPr algn="l">
              <a:buNone/>
              <a:defRPr sz="1575" b="0">
                <a:solidFill>
                  <a:srgbClr val="526779"/>
                </a:solidFill>
                <a:latin typeface="Arial"/>
                <a:ea typeface="Arial"/>
                <a:cs typeface="Arial"/>
              </a:defRPr>
            </a:lvl9pPr>
          </a:lstStyle>
          <a:p xmlns:a="http://schemas.openxmlformats.org/drawingml/2006/main">
            <a:pPr algn="l">
              <a:lnSpc>
                <a:spcPct val="105000"/>
              </a:lnSpc>
              <a:buNone/>
              <a:defRPr sz="1575" b="0">
                <a:solidFill>
                  <a:srgbClr val="526779"/>
                </a:solidFill>
                <a:latin typeface="Arial"/>
                <a:ea typeface="Arial"/>
                <a:cs typeface="Arial"/>
              </a:defRPr>
            </a:pPr>
            <a:r>
              <a:rPr sz="1575" b="0">
                <a:solidFill>
                  <a:srgbClr val="526779"/>
                </a:solidFill>
                <a:latin typeface="Arial"/>
                <a:ea typeface="Arial"/>
                <a:cs typeface="Arial"/>
              </a:rPr>
              <a:t>Từ chuẩn bị đến tổng kết, các thao tác phục vụ hội nghị được nối với hồ sơ và nhiệm vụ.</a:t>
            </a:r>
          </a:p>
        </p:txBody>
      </p:sp>
      <p:sp>
        <p:nvSpPr>
          <p:cNvPr id="6" name="">
            <a:extLst xmlns:a="http://schemas.openxmlformats.org/drawingml/2006/main">
              <a:ext uri="{FF2B5EF4-FFF2-40B4-BE49-F238E27FC236}">
                <a16:creationId xmlns:a16="http://schemas.microsoft.com/office/drawing/2014/main" id="{7D8044F3-387F-4AD0-99F1-06FE6B7E0F05}"/>
              </a:ext>
            </a:extLst>
          </p:cNvPr>
          <p:cNvSpPr>
            <a:spLocks xmlns:a="http://schemas.openxmlformats.org/drawingml/2006/main" noGrp="1"/>
          </p:cNvSpPr>
          <p:nvPr/>
        </p:nvSpPr>
        <p:spPr>
          <a:xfrm xmlns:a="http://schemas.openxmlformats.org/drawingml/2006/main">
            <a:off x="609600" y="21526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1F9D134-5B15-4E4B-9D19-F803D513C86A}"/>
              </a:ext>
            </a:extLst>
          </p:cNvPr>
          <p:cNvSpPr>
            <a:spLocks xmlns:a="http://schemas.openxmlformats.org/drawingml/2006/main" noGrp="1"/>
          </p:cNvSpPr>
          <p:nvPr/>
        </p:nvSpPr>
        <p:spPr>
          <a:xfrm xmlns:a="http://schemas.openxmlformats.org/drawingml/2006/main" flipH="0">
            <a:off x="609600" y="2628900"/>
            <a:ext cx="314325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8" name="">
            <a:extLst xmlns:a="http://schemas.openxmlformats.org/drawingml/2006/main">
              <a:ext uri="{FF2B5EF4-FFF2-40B4-BE49-F238E27FC236}">
                <a16:creationId xmlns:a16="http://schemas.microsoft.com/office/drawing/2014/main" id="{482E6E44-0FB6-4F72-8226-0F44F7AA0DB2}"/>
              </a:ext>
            </a:extLst>
          </p:cNvPr>
          <p:cNvSpPr>
            <a:spLocks xmlns:a="http://schemas.openxmlformats.org/drawingml/2006/main" noGrp="1"/>
          </p:cNvSpPr>
          <p:nvPr/>
        </p:nvSpPr>
        <p:spPr>
          <a:xfrm xmlns:a="http://schemas.openxmlformats.org/drawingml/2006/main">
            <a:off x="609600" y="2800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Phân công</a:t>
            </a:r>
          </a:p>
        </p:txBody>
      </p:sp>
      <p:sp>
        <p:nvSpPr>
          <p:cNvPr id="9" name="">
            <a:extLst xmlns:a="http://schemas.openxmlformats.org/drawingml/2006/main">
              <a:ext uri="{FF2B5EF4-FFF2-40B4-BE49-F238E27FC236}">
                <a16:creationId xmlns:a16="http://schemas.microsoft.com/office/drawing/2014/main" id="{70C515B5-CEB5-4DAB-A4F6-E254E21B11D6}"/>
              </a:ext>
            </a:extLst>
          </p:cNvPr>
          <p:cNvSpPr>
            <a:spLocks xmlns:a="http://schemas.openxmlformats.org/drawingml/2006/main" noGrp="1"/>
          </p:cNvSpPr>
          <p:nvPr/>
        </p:nvSpPr>
        <p:spPr>
          <a:xfrm xmlns:a="http://schemas.openxmlformats.org/drawingml/2006/main">
            <a:off x="609600" y="31813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Cán bộ, báo cáo viên, hạn việc</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và đơn vị phối hợp</a:t>
            </a:r>
          </a:p>
        </p:txBody>
      </p:sp>
      <p:sp>
        <p:nvSpPr>
          <p:cNvPr id="10" name="">
            <a:extLst xmlns:a="http://schemas.openxmlformats.org/drawingml/2006/main">
              <a:ext uri="{FF2B5EF4-FFF2-40B4-BE49-F238E27FC236}">
                <a16:creationId xmlns:a16="http://schemas.microsoft.com/office/drawing/2014/main" id="{AAFD8914-21B3-4A2C-8BEB-459A99DE6A81}"/>
              </a:ext>
            </a:extLst>
          </p:cNvPr>
          <p:cNvSpPr>
            <a:spLocks xmlns:a="http://schemas.openxmlformats.org/drawingml/2006/main" noGrp="1"/>
          </p:cNvSpPr>
          <p:nvPr/>
        </p:nvSpPr>
        <p:spPr>
          <a:xfrm xmlns:a="http://schemas.openxmlformats.org/drawingml/2006/main">
            <a:off x="4400550" y="21526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02</a:t>
            </a:r>
          </a:p>
        </p:txBody>
      </p:sp>
      <p:sp>
        <p:nvSpPr>
          <p:cNvPr id="11" name="">
            <a:extLst xmlns:a="http://schemas.openxmlformats.org/drawingml/2006/main">
              <a:ext uri="{FF2B5EF4-FFF2-40B4-BE49-F238E27FC236}">
                <a16:creationId xmlns:a16="http://schemas.microsoft.com/office/drawing/2014/main" id="{FA7AD71D-689D-4F6B-BB23-7EA0194DBC8E}"/>
              </a:ext>
            </a:extLst>
          </p:cNvPr>
          <p:cNvSpPr>
            <a:spLocks xmlns:a="http://schemas.openxmlformats.org/drawingml/2006/main" noGrp="1"/>
          </p:cNvSpPr>
          <p:nvPr/>
        </p:nvSpPr>
        <p:spPr>
          <a:xfrm xmlns:a="http://schemas.openxmlformats.org/drawingml/2006/main" flipH="0">
            <a:off x="4400550" y="2628900"/>
            <a:ext cx="314325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12" name="">
            <a:extLst xmlns:a="http://schemas.openxmlformats.org/drawingml/2006/main">
              <a:ext uri="{FF2B5EF4-FFF2-40B4-BE49-F238E27FC236}">
                <a16:creationId xmlns:a16="http://schemas.microsoft.com/office/drawing/2014/main" id="{BB2BF86F-5A71-4B33-9229-C8E16AA679F9}"/>
              </a:ext>
            </a:extLst>
          </p:cNvPr>
          <p:cNvSpPr>
            <a:spLocks xmlns:a="http://schemas.openxmlformats.org/drawingml/2006/main" noGrp="1"/>
          </p:cNvSpPr>
          <p:nvPr/>
        </p:nvSpPr>
        <p:spPr>
          <a:xfrm xmlns:a="http://schemas.openxmlformats.org/drawingml/2006/main">
            <a:off x="4400550" y="2800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Tài liệu</a:t>
            </a:r>
          </a:p>
        </p:txBody>
      </p:sp>
      <p:sp>
        <p:nvSpPr>
          <p:cNvPr id="13" name="">
            <a:extLst xmlns:a="http://schemas.openxmlformats.org/drawingml/2006/main">
              <a:ext uri="{FF2B5EF4-FFF2-40B4-BE49-F238E27FC236}">
                <a16:creationId xmlns:a16="http://schemas.microsoft.com/office/drawing/2014/main" id="{C6F6451A-D7C0-4756-99BD-41869019BD53}"/>
              </a:ext>
            </a:extLst>
          </p:cNvPr>
          <p:cNvSpPr>
            <a:spLocks xmlns:a="http://schemas.openxmlformats.org/drawingml/2006/main" noGrp="1"/>
          </p:cNvSpPr>
          <p:nvPr/>
        </p:nvSpPr>
        <p:spPr>
          <a:xfrm xmlns:a="http://schemas.openxmlformats.org/drawingml/2006/main">
            <a:off x="4400550" y="31813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Đính kèm và quản lý hồ sơ</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phục vụ hội nghị</a:t>
            </a:r>
          </a:p>
        </p:txBody>
      </p:sp>
      <p:sp>
        <p:nvSpPr>
          <p:cNvPr id="14" name="">
            <a:extLst xmlns:a="http://schemas.openxmlformats.org/drawingml/2006/main">
              <a:ext uri="{FF2B5EF4-FFF2-40B4-BE49-F238E27FC236}">
                <a16:creationId xmlns:a16="http://schemas.microsoft.com/office/drawing/2014/main" id="{CFDE421A-6640-4775-9372-24D90A419D8A}"/>
              </a:ext>
            </a:extLst>
          </p:cNvPr>
          <p:cNvSpPr>
            <a:spLocks xmlns:a="http://schemas.openxmlformats.org/drawingml/2006/main" noGrp="1"/>
          </p:cNvSpPr>
          <p:nvPr/>
        </p:nvSpPr>
        <p:spPr>
          <a:xfrm xmlns:a="http://schemas.openxmlformats.org/drawingml/2006/main">
            <a:off x="8191500" y="21526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03</a:t>
            </a:r>
          </a:p>
        </p:txBody>
      </p:sp>
      <p:sp>
        <p:nvSpPr>
          <p:cNvPr id="15" name="">
            <a:extLst xmlns:a="http://schemas.openxmlformats.org/drawingml/2006/main">
              <a:ext uri="{FF2B5EF4-FFF2-40B4-BE49-F238E27FC236}">
                <a16:creationId xmlns:a16="http://schemas.microsoft.com/office/drawing/2014/main" id="{9827C2A3-3E43-43FA-B65F-4E99267C889F}"/>
              </a:ext>
            </a:extLst>
          </p:cNvPr>
          <p:cNvSpPr>
            <a:spLocks xmlns:a="http://schemas.openxmlformats.org/drawingml/2006/main" noGrp="1"/>
          </p:cNvSpPr>
          <p:nvPr/>
        </p:nvSpPr>
        <p:spPr>
          <a:xfrm xmlns:a="http://schemas.openxmlformats.org/drawingml/2006/main" flipH="0">
            <a:off x="8191500" y="2628900"/>
            <a:ext cx="314325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16" name="">
            <a:extLst xmlns:a="http://schemas.openxmlformats.org/drawingml/2006/main">
              <a:ext uri="{FF2B5EF4-FFF2-40B4-BE49-F238E27FC236}">
                <a16:creationId xmlns:a16="http://schemas.microsoft.com/office/drawing/2014/main" id="{8AAB89EC-0A37-4675-88BE-E966B7EBAF5E}"/>
              </a:ext>
            </a:extLst>
          </p:cNvPr>
          <p:cNvSpPr>
            <a:spLocks xmlns:a="http://schemas.openxmlformats.org/drawingml/2006/main" noGrp="1"/>
          </p:cNvSpPr>
          <p:nvPr/>
        </p:nvSpPr>
        <p:spPr>
          <a:xfrm xmlns:a="http://schemas.openxmlformats.org/drawingml/2006/main">
            <a:off x="8191500" y="28003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Đăng ký</a:t>
            </a:r>
          </a:p>
        </p:txBody>
      </p:sp>
      <p:sp>
        <p:nvSpPr>
          <p:cNvPr id="17" name="">
            <a:extLst xmlns:a="http://schemas.openxmlformats.org/drawingml/2006/main">
              <a:ext uri="{FF2B5EF4-FFF2-40B4-BE49-F238E27FC236}">
                <a16:creationId xmlns:a16="http://schemas.microsoft.com/office/drawing/2014/main" id="{387624EC-1960-41CD-898E-E214F5C41F77}"/>
              </a:ext>
            </a:extLst>
          </p:cNvPr>
          <p:cNvSpPr>
            <a:spLocks xmlns:a="http://schemas.openxmlformats.org/drawingml/2006/main" noGrp="1"/>
          </p:cNvSpPr>
          <p:nvPr/>
        </p:nvSpPr>
        <p:spPr>
          <a:xfrm xmlns:a="http://schemas.openxmlformats.org/drawingml/2006/main">
            <a:off x="8191500" y="31813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Theo dõi đơn vị và người dân</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đăng ký tham dự</a:t>
            </a:r>
          </a:p>
        </p:txBody>
      </p:sp>
      <p:sp>
        <p:nvSpPr>
          <p:cNvPr id="18" name="">
            <a:extLst xmlns:a="http://schemas.openxmlformats.org/drawingml/2006/main">
              <a:ext uri="{FF2B5EF4-FFF2-40B4-BE49-F238E27FC236}">
                <a16:creationId xmlns:a16="http://schemas.microsoft.com/office/drawing/2014/main" id="{1FB5AFB0-990D-4404-B13B-94CA48B3D391}"/>
              </a:ext>
            </a:extLst>
          </p:cNvPr>
          <p:cNvSpPr>
            <a:spLocks xmlns:a="http://schemas.openxmlformats.org/drawingml/2006/main" noGrp="1"/>
          </p:cNvSpPr>
          <p:nvPr/>
        </p:nvSpPr>
        <p:spPr>
          <a:xfrm xmlns:a="http://schemas.openxmlformats.org/drawingml/2006/main">
            <a:off x="609600" y="39433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04</a:t>
            </a:r>
          </a:p>
        </p:txBody>
      </p:sp>
      <p:sp>
        <p:nvSpPr>
          <p:cNvPr id="19" name="">
            <a:extLst xmlns:a="http://schemas.openxmlformats.org/drawingml/2006/main">
              <a:ext uri="{FF2B5EF4-FFF2-40B4-BE49-F238E27FC236}">
                <a16:creationId xmlns:a16="http://schemas.microsoft.com/office/drawing/2014/main" id="{4444787F-6FBF-4176-85E3-71849B082DF5}"/>
              </a:ext>
            </a:extLst>
          </p:cNvPr>
          <p:cNvSpPr>
            <a:spLocks xmlns:a="http://schemas.openxmlformats.org/drawingml/2006/main" noGrp="1"/>
          </p:cNvSpPr>
          <p:nvPr/>
        </p:nvSpPr>
        <p:spPr>
          <a:xfrm xmlns:a="http://schemas.openxmlformats.org/drawingml/2006/main" flipH="0">
            <a:off x="609600" y="4419600"/>
            <a:ext cx="3143250" cy="953"/>
          </a:xfrm>
          <a:prstGeom xmlns:a="http://schemas.openxmlformats.org/drawingml/2006/main" prst="line">
            <a:avLst/>
          </a:prstGeom>
          <a:noFill xmlns:a="http://schemas.openxmlformats.org/drawingml/2006/main"/>
          <a:ln xmlns:a="http://schemas.openxmlformats.org/drawingml/2006/main" w="28575">
            <a:solidFill>
              <a:srgbClr val="E4B64A"/>
            </a:solidFill>
            <a:prstDash val="solid"/>
          </a:ln>
        </p:spPr>
      </p:sp>
      <p:sp>
        <p:nvSpPr>
          <p:cNvPr id="20" name="">
            <a:extLst xmlns:a="http://schemas.openxmlformats.org/drawingml/2006/main">
              <a:ext uri="{FF2B5EF4-FFF2-40B4-BE49-F238E27FC236}">
                <a16:creationId xmlns:a16="http://schemas.microsoft.com/office/drawing/2014/main" id="{58992B52-EFD7-4574-8BC0-D1E47C98103F}"/>
              </a:ext>
            </a:extLst>
          </p:cNvPr>
          <p:cNvSpPr>
            <a:spLocks xmlns:a="http://schemas.openxmlformats.org/drawingml/2006/main" noGrp="1"/>
          </p:cNvSpPr>
          <p:nvPr/>
        </p:nvSpPr>
        <p:spPr>
          <a:xfrm xmlns:a="http://schemas.openxmlformats.org/drawingml/2006/main">
            <a:off x="609600" y="4591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Điểm danh</a:t>
            </a:r>
          </a:p>
        </p:txBody>
      </p:sp>
      <p:sp>
        <p:nvSpPr>
          <p:cNvPr id="21" name="">
            <a:extLst xmlns:a="http://schemas.openxmlformats.org/drawingml/2006/main">
              <a:ext uri="{FF2B5EF4-FFF2-40B4-BE49-F238E27FC236}">
                <a16:creationId xmlns:a16="http://schemas.microsoft.com/office/drawing/2014/main" id="{456362B2-6228-4C23-9CCD-665FC9A242CE}"/>
              </a:ext>
            </a:extLst>
          </p:cNvPr>
          <p:cNvSpPr>
            <a:spLocks xmlns:a="http://schemas.openxmlformats.org/drawingml/2006/main" noGrp="1"/>
          </p:cNvSpPr>
          <p:nvPr/>
        </p:nvSpPr>
        <p:spPr>
          <a:xfrm xmlns:a="http://schemas.openxmlformats.org/drawingml/2006/main">
            <a:off x="609600" y="49720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Tìm người nhanh, tick đã dự;</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thêm người đến trực tiếp</a:t>
            </a:r>
          </a:p>
        </p:txBody>
      </p:sp>
      <p:sp>
        <p:nvSpPr>
          <p:cNvPr id="22" name="">
            <a:extLst xmlns:a="http://schemas.openxmlformats.org/drawingml/2006/main">
              <a:ext uri="{FF2B5EF4-FFF2-40B4-BE49-F238E27FC236}">
                <a16:creationId xmlns:a16="http://schemas.microsoft.com/office/drawing/2014/main" id="{FC7D5F52-DF69-4713-BB8C-0220B023745A}"/>
              </a:ext>
            </a:extLst>
          </p:cNvPr>
          <p:cNvSpPr>
            <a:spLocks xmlns:a="http://schemas.openxmlformats.org/drawingml/2006/main" noGrp="1"/>
          </p:cNvSpPr>
          <p:nvPr/>
        </p:nvSpPr>
        <p:spPr>
          <a:xfrm xmlns:a="http://schemas.openxmlformats.org/drawingml/2006/main">
            <a:off x="4400550" y="39433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05</a:t>
            </a:r>
          </a:p>
        </p:txBody>
      </p:sp>
      <p:sp>
        <p:nvSpPr>
          <p:cNvPr id="23" name="">
            <a:extLst xmlns:a="http://schemas.openxmlformats.org/drawingml/2006/main">
              <a:ext uri="{FF2B5EF4-FFF2-40B4-BE49-F238E27FC236}">
                <a16:creationId xmlns:a16="http://schemas.microsoft.com/office/drawing/2014/main" id="{F95B5A36-D227-473C-B010-8A5B8C60BC55}"/>
              </a:ext>
            </a:extLst>
          </p:cNvPr>
          <p:cNvSpPr>
            <a:spLocks xmlns:a="http://schemas.openxmlformats.org/drawingml/2006/main" noGrp="1"/>
          </p:cNvSpPr>
          <p:nvPr/>
        </p:nvSpPr>
        <p:spPr>
          <a:xfrm xmlns:a="http://schemas.openxmlformats.org/drawingml/2006/main" flipH="0">
            <a:off x="4400550" y="4419600"/>
            <a:ext cx="314325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24" name="">
            <a:extLst xmlns:a="http://schemas.openxmlformats.org/drawingml/2006/main">
              <a:ext uri="{FF2B5EF4-FFF2-40B4-BE49-F238E27FC236}">
                <a16:creationId xmlns:a16="http://schemas.microsoft.com/office/drawing/2014/main" id="{87CEB5D8-46DA-4064-B40A-93D006736359}"/>
              </a:ext>
            </a:extLst>
          </p:cNvPr>
          <p:cNvSpPr>
            <a:spLocks xmlns:a="http://schemas.openxmlformats.org/drawingml/2006/main" noGrp="1"/>
          </p:cNvSpPr>
          <p:nvPr/>
        </p:nvSpPr>
        <p:spPr>
          <a:xfrm xmlns:a="http://schemas.openxmlformats.org/drawingml/2006/main">
            <a:off x="4400550" y="4591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Báo cáo</a:t>
            </a:r>
          </a:p>
        </p:txBody>
      </p:sp>
      <p:sp>
        <p:nvSpPr>
          <p:cNvPr id="25" name="">
            <a:extLst xmlns:a="http://schemas.openxmlformats.org/drawingml/2006/main">
              <a:ext uri="{FF2B5EF4-FFF2-40B4-BE49-F238E27FC236}">
                <a16:creationId xmlns:a16="http://schemas.microsoft.com/office/drawing/2014/main" id="{EEBF0A72-ABE9-4670-A321-1AAA6435A8FA}"/>
              </a:ext>
            </a:extLst>
          </p:cNvPr>
          <p:cNvSpPr>
            <a:spLocks xmlns:a="http://schemas.openxmlformats.org/drawingml/2006/main" noGrp="1"/>
          </p:cNvSpPr>
          <p:nvPr/>
        </p:nvSpPr>
        <p:spPr>
          <a:xfrm xmlns:a="http://schemas.openxmlformats.org/drawingml/2006/main">
            <a:off x="4400550" y="49720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Xuất danh sách Excel, tổng hợp</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số liệu và tiến độ</a:t>
            </a:r>
          </a:p>
        </p:txBody>
      </p:sp>
      <p:sp>
        <p:nvSpPr>
          <p:cNvPr id="26" name="">
            <a:extLst xmlns:a="http://schemas.openxmlformats.org/drawingml/2006/main">
              <a:ext uri="{FF2B5EF4-FFF2-40B4-BE49-F238E27FC236}">
                <a16:creationId xmlns:a16="http://schemas.microsoft.com/office/drawing/2014/main" id="{873E3088-DEF5-45E7-AA1F-87B557E65AE4}"/>
              </a:ext>
            </a:extLst>
          </p:cNvPr>
          <p:cNvSpPr>
            <a:spLocks xmlns:a="http://schemas.openxmlformats.org/drawingml/2006/main" noGrp="1"/>
          </p:cNvSpPr>
          <p:nvPr/>
        </p:nvSpPr>
        <p:spPr>
          <a:xfrm xmlns:a="http://schemas.openxmlformats.org/drawingml/2006/main">
            <a:off x="8191500" y="3943350"/>
            <a:ext cx="47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0796A3"/>
                </a:solidFill>
                <a:latin typeface="Arial"/>
                <a:ea typeface="Arial"/>
                <a:cs typeface="Arial"/>
              </a:defRPr>
            </a:defPPr>
            <a:lvl1pPr algn="l">
              <a:buNone/>
              <a:defRPr sz="2250" b="1">
                <a:solidFill>
                  <a:srgbClr val="0796A3"/>
                </a:solidFill>
                <a:latin typeface="Arial"/>
                <a:ea typeface="Arial"/>
                <a:cs typeface="Arial"/>
              </a:defRPr>
            </a:lvl1pPr>
            <a:lvl2pPr algn="l">
              <a:buNone/>
              <a:defRPr sz="2250" b="1">
                <a:solidFill>
                  <a:srgbClr val="0796A3"/>
                </a:solidFill>
                <a:latin typeface="Arial"/>
                <a:ea typeface="Arial"/>
                <a:cs typeface="Arial"/>
              </a:defRPr>
            </a:lvl2pPr>
            <a:lvl3pPr algn="l">
              <a:buNone/>
              <a:defRPr sz="2250" b="1">
                <a:solidFill>
                  <a:srgbClr val="0796A3"/>
                </a:solidFill>
                <a:latin typeface="Arial"/>
                <a:ea typeface="Arial"/>
                <a:cs typeface="Arial"/>
              </a:defRPr>
            </a:lvl3pPr>
            <a:lvl4pPr algn="l">
              <a:buNone/>
              <a:defRPr sz="2250" b="1">
                <a:solidFill>
                  <a:srgbClr val="0796A3"/>
                </a:solidFill>
                <a:latin typeface="Arial"/>
                <a:ea typeface="Arial"/>
                <a:cs typeface="Arial"/>
              </a:defRPr>
            </a:lvl4pPr>
            <a:lvl5pPr algn="l">
              <a:buNone/>
              <a:defRPr sz="2250" b="1">
                <a:solidFill>
                  <a:srgbClr val="0796A3"/>
                </a:solidFill>
                <a:latin typeface="Arial"/>
                <a:ea typeface="Arial"/>
                <a:cs typeface="Arial"/>
              </a:defRPr>
            </a:lvl5pPr>
            <a:lvl6pPr algn="l">
              <a:buNone/>
              <a:defRPr sz="2250" b="1">
                <a:solidFill>
                  <a:srgbClr val="0796A3"/>
                </a:solidFill>
                <a:latin typeface="Arial"/>
                <a:ea typeface="Arial"/>
                <a:cs typeface="Arial"/>
              </a:defRPr>
            </a:lvl6pPr>
            <a:lvl7pPr algn="l">
              <a:buNone/>
              <a:defRPr sz="2250" b="1">
                <a:solidFill>
                  <a:srgbClr val="0796A3"/>
                </a:solidFill>
                <a:latin typeface="Arial"/>
                <a:ea typeface="Arial"/>
                <a:cs typeface="Arial"/>
              </a:defRPr>
            </a:lvl7pPr>
            <a:lvl8pPr algn="l">
              <a:buNone/>
              <a:defRPr sz="2250" b="1">
                <a:solidFill>
                  <a:srgbClr val="0796A3"/>
                </a:solidFill>
                <a:latin typeface="Arial"/>
                <a:ea typeface="Arial"/>
                <a:cs typeface="Arial"/>
              </a:defRPr>
            </a:lvl8pPr>
            <a:lvl9pPr algn="l">
              <a:buNone/>
              <a:defRPr sz="2250" b="1">
                <a:solidFill>
                  <a:srgbClr val="0796A3"/>
                </a:solidFill>
                <a:latin typeface="Arial"/>
                <a:ea typeface="Arial"/>
                <a:cs typeface="Arial"/>
              </a:defRPr>
            </a:lvl9pPr>
          </a:lstStyle>
          <a:p xmlns:a="http://schemas.openxmlformats.org/drawingml/2006/main">
            <a:pPr algn="l">
              <a:lnSpc>
                <a:spcPct val="105000"/>
              </a:lnSpc>
              <a:buNone/>
              <a:defRPr sz="2250" b="1">
                <a:solidFill>
                  <a:srgbClr val="0796A3"/>
                </a:solidFill>
                <a:latin typeface="Arial"/>
                <a:ea typeface="Arial"/>
                <a:cs typeface="Arial"/>
              </a:defRPr>
            </a:pPr>
            <a:r>
              <a:rPr sz="2250" b="1">
                <a:solidFill>
                  <a:srgbClr val="0796A3"/>
                </a:solidFill>
                <a:latin typeface="Arial"/>
                <a:ea typeface="Arial"/>
                <a:cs typeface="Arial"/>
              </a:rPr>
              <a:t>06</a:t>
            </a:r>
          </a:p>
        </p:txBody>
      </p:sp>
      <p:sp>
        <p:nvSpPr>
          <p:cNvPr id="27" name="">
            <a:extLst xmlns:a="http://schemas.openxmlformats.org/drawingml/2006/main">
              <a:ext uri="{FF2B5EF4-FFF2-40B4-BE49-F238E27FC236}">
                <a16:creationId xmlns:a16="http://schemas.microsoft.com/office/drawing/2014/main" id="{5C715D4A-E035-419D-B606-BB3B12DC442A}"/>
              </a:ext>
            </a:extLst>
          </p:cNvPr>
          <p:cNvSpPr>
            <a:spLocks xmlns:a="http://schemas.openxmlformats.org/drawingml/2006/main" noGrp="1"/>
          </p:cNvSpPr>
          <p:nvPr/>
        </p:nvSpPr>
        <p:spPr>
          <a:xfrm xmlns:a="http://schemas.openxmlformats.org/drawingml/2006/main" flipH="0">
            <a:off x="8191500" y="4419600"/>
            <a:ext cx="3143250" cy="953"/>
          </a:xfrm>
          <a:prstGeom xmlns:a="http://schemas.openxmlformats.org/drawingml/2006/main" prst="line">
            <a:avLst/>
          </a:prstGeom>
          <a:noFill xmlns:a="http://schemas.openxmlformats.org/drawingml/2006/main"/>
          <a:ln xmlns:a="http://schemas.openxmlformats.org/drawingml/2006/main" w="14288">
            <a:solidFill>
              <a:srgbClr val="D7E1E8"/>
            </a:solidFill>
            <a:prstDash val="solid"/>
          </a:ln>
        </p:spPr>
      </p:sp>
      <p:sp>
        <p:nvSpPr>
          <p:cNvPr id="28" name="">
            <a:extLst xmlns:a="http://schemas.openxmlformats.org/drawingml/2006/main">
              <a:ext uri="{FF2B5EF4-FFF2-40B4-BE49-F238E27FC236}">
                <a16:creationId xmlns:a16="http://schemas.microsoft.com/office/drawing/2014/main" id="{BB66161B-1E5B-44F1-BD0F-AE784015BF74}"/>
              </a:ext>
            </a:extLst>
          </p:cNvPr>
          <p:cNvSpPr>
            <a:spLocks xmlns:a="http://schemas.openxmlformats.org/drawingml/2006/main" noGrp="1"/>
          </p:cNvSpPr>
          <p:nvPr/>
        </p:nvSpPr>
        <p:spPr>
          <a:xfrm xmlns:a="http://schemas.openxmlformats.org/drawingml/2006/main">
            <a:off x="8191500" y="45910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102A43"/>
                </a:solidFill>
                <a:latin typeface="Arial"/>
                <a:ea typeface="Arial"/>
                <a:cs typeface="Arial"/>
              </a:defRPr>
            </a:defPPr>
            <a:lvl1pPr algn="l">
              <a:buNone/>
              <a:defRPr sz="1725" b="1">
                <a:solidFill>
                  <a:srgbClr val="102A43"/>
                </a:solidFill>
                <a:latin typeface="Arial"/>
                <a:ea typeface="Arial"/>
                <a:cs typeface="Arial"/>
              </a:defRPr>
            </a:lvl1pPr>
            <a:lvl2pPr algn="l">
              <a:buNone/>
              <a:defRPr sz="1725" b="1">
                <a:solidFill>
                  <a:srgbClr val="102A43"/>
                </a:solidFill>
                <a:latin typeface="Arial"/>
                <a:ea typeface="Arial"/>
                <a:cs typeface="Arial"/>
              </a:defRPr>
            </a:lvl2pPr>
            <a:lvl3pPr algn="l">
              <a:buNone/>
              <a:defRPr sz="1725" b="1">
                <a:solidFill>
                  <a:srgbClr val="102A43"/>
                </a:solidFill>
                <a:latin typeface="Arial"/>
                <a:ea typeface="Arial"/>
                <a:cs typeface="Arial"/>
              </a:defRPr>
            </a:lvl3pPr>
            <a:lvl4pPr algn="l">
              <a:buNone/>
              <a:defRPr sz="1725" b="1">
                <a:solidFill>
                  <a:srgbClr val="102A43"/>
                </a:solidFill>
                <a:latin typeface="Arial"/>
                <a:ea typeface="Arial"/>
                <a:cs typeface="Arial"/>
              </a:defRPr>
            </a:lvl4pPr>
            <a:lvl5pPr algn="l">
              <a:buNone/>
              <a:defRPr sz="1725" b="1">
                <a:solidFill>
                  <a:srgbClr val="102A43"/>
                </a:solidFill>
                <a:latin typeface="Arial"/>
                <a:ea typeface="Arial"/>
                <a:cs typeface="Arial"/>
              </a:defRPr>
            </a:lvl5pPr>
            <a:lvl6pPr algn="l">
              <a:buNone/>
              <a:defRPr sz="1725" b="1">
                <a:solidFill>
                  <a:srgbClr val="102A43"/>
                </a:solidFill>
                <a:latin typeface="Arial"/>
                <a:ea typeface="Arial"/>
                <a:cs typeface="Arial"/>
              </a:defRPr>
            </a:lvl6pPr>
            <a:lvl7pPr algn="l">
              <a:buNone/>
              <a:defRPr sz="1725" b="1">
                <a:solidFill>
                  <a:srgbClr val="102A43"/>
                </a:solidFill>
                <a:latin typeface="Arial"/>
                <a:ea typeface="Arial"/>
                <a:cs typeface="Arial"/>
              </a:defRPr>
            </a:lvl7pPr>
            <a:lvl8pPr algn="l">
              <a:buNone/>
              <a:defRPr sz="1725" b="1">
                <a:solidFill>
                  <a:srgbClr val="102A43"/>
                </a:solidFill>
                <a:latin typeface="Arial"/>
                <a:ea typeface="Arial"/>
                <a:cs typeface="Arial"/>
              </a:defRPr>
            </a:lvl8pPr>
            <a:lvl9pPr algn="l">
              <a:buNone/>
              <a:defRPr sz="1725" b="1">
                <a:solidFill>
                  <a:srgbClr val="102A43"/>
                </a:solidFill>
                <a:latin typeface="Arial"/>
                <a:ea typeface="Arial"/>
                <a:cs typeface="Arial"/>
              </a:defRPr>
            </a:lvl9pPr>
          </a:lstStyle>
          <a:p xmlns:a="http://schemas.openxmlformats.org/drawingml/2006/main">
            <a:pPr algn="l">
              <a:lnSpc>
                <a:spcPct val="105000"/>
              </a:lnSpc>
              <a:buNone/>
              <a:defRPr sz="1725" b="1">
                <a:solidFill>
                  <a:srgbClr val="102A43"/>
                </a:solidFill>
                <a:latin typeface="Arial"/>
                <a:ea typeface="Arial"/>
                <a:cs typeface="Arial"/>
              </a:defRPr>
            </a:pPr>
            <a:r>
              <a:rPr sz="1725" b="1">
                <a:solidFill>
                  <a:srgbClr val="102A43"/>
                </a:solidFill>
                <a:latin typeface="Arial"/>
                <a:ea typeface="Arial"/>
                <a:cs typeface="Arial"/>
              </a:rPr>
              <a:t>Liên hệ</a:t>
            </a:r>
          </a:p>
        </p:txBody>
      </p:sp>
      <p:sp>
        <p:nvSpPr>
          <p:cNvPr id="29" name="">
            <a:extLst xmlns:a="http://schemas.openxmlformats.org/drawingml/2006/main">
              <a:ext uri="{FF2B5EF4-FFF2-40B4-BE49-F238E27FC236}">
                <a16:creationId xmlns:a16="http://schemas.microsoft.com/office/drawing/2014/main" id="{3D94A7D3-7011-4717-8FBF-10FC509D1D1C}"/>
              </a:ext>
            </a:extLst>
          </p:cNvPr>
          <p:cNvSpPr>
            <a:spLocks xmlns:a="http://schemas.openxmlformats.org/drawingml/2006/main" noGrp="1"/>
          </p:cNvSpPr>
          <p:nvPr/>
        </p:nvSpPr>
        <p:spPr>
          <a:xfrm xmlns:a="http://schemas.openxmlformats.org/drawingml/2006/main">
            <a:off x="8191500" y="4972050"/>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6779"/>
                </a:solidFill>
                <a:latin typeface="Arial"/>
                <a:ea typeface="Arial"/>
                <a:cs typeface="Arial"/>
              </a:defRPr>
            </a:defPPr>
            <a:lvl1pPr algn="l">
              <a:buNone/>
              <a:defRPr sz="1275" b="0">
                <a:solidFill>
                  <a:srgbClr val="526779"/>
                </a:solidFill>
                <a:latin typeface="Arial"/>
                <a:ea typeface="Arial"/>
                <a:cs typeface="Arial"/>
              </a:defRPr>
            </a:lvl1pPr>
            <a:lvl2pPr algn="l">
              <a:buNone/>
              <a:defRPr sz="1275" b="0">
                <a:solidFill>
                  <a:srgbClr val="526779"/>
                </a:solidFill>
                <a:latin typeface="Arial"/>
                <a:ea typeface="Arial"/>
                <a:cs typeface="Arial"/>
              </a:defRPr>
            </a:lvl2pPr>
            <a:lvl3pPr algn="l">
              <a:buNone/>
              <a:defRPr sz="1275" b="0">
                <a:solidFill>
                  <a:srgbClr val="526779"/>
                </a:solidFill>
                <a:latin typeface="Arial"/>
                <a:ea typeface="Arial"/>
                <a:cs typeface="Arial"/>
              </a:defRPr>
            </a:lvl3pPr>
            <a:lvl4pPr algn="l">
              <a:buNone/>
              <a:defRPr sz="1275" b="0">
                <a:solidFill>
                  <a:srgbClr val="526779"/>
                </a:solidFill>
                <a:latin typeface="Arial"/>
                <a:ea typeface="Arial"/>
                <a:cs typeface="Arial"/>
              </a:defRPr>
            </a:lvl4pPr>
            <a:lvl5pPr algn="l">
              <a:buNone/>
              <a:defRPr sz="1275" b="0">
                <a:solidFill>
                  <a:srgbClr val="526779"/>
                </a:solidFill>
                <a:latin typeface="Arial"/>
                <a:ea typeface="Arial"/>
                <a:cs typeface="Arial"/>
              </a:defRPr>
            </a:lvl5pPr>
            <a:lvl6pPr algn="l">
              <a:buNone/>
              <a:defRPr sz="1275" b="0">
                <a:solidFill>
                  <a:srgbClr val="526779"/>
                </a:solidFill>
                <a:latin typeface="Arial"/>
                <a:ea typeface="Arial"/>
                <a:cs typeface="Arial"/>
              </a:defRPr>
            </a:lvl6pPr>
            <a:lvl7pPr algn="l">
              <a:buNone/>
              <a:defRPr sz="1275" b="0">
                <a:solidFill>
                  <a:srgbClr val="526779"/>
                </a:solidFill>
                <a:latin typeface="Arial"/>
                <a:ea typeface="Arial"/>
                <a:cs typeface="Arial"/>
              </a:defRPr>
            </a:lvl7pPr>
            <a:lvl8pPr algn="l">
              <a:buNone/>
              <a:defRPr sz="1275" b="0">
                <a:solidFill>
                  <a:srgbClr val="526779"/>
                </a:solidFill>
                <a:latin typeface="Arial"/>
                <a:ea typeface="Arial"/>
                <a:cs typeface="Arial"/>
              </a:defRPr>
            </a:lvl8pPr>
            <a:lvl9pPr algn="l">
              <a:buNone/>
              <a:defRPr sz="1275" b="0">
                <a:solidFill>
                  <a:srgbClr val="526779"/>
                </a:solidFill>
                <a:latin typeface="Arial"/>
                <a:ea typeface="Arial"/>
                <a:cs typeface="Arial"/>
              </a:defRPr>
            </a:lvl9pPr>
          </a:lstStyle>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Danh sách tài khoản, vai trò</a:t>
            </a:r>
          </a:p>
          <a:p xmlns:a="http://schemas.openxmlformats.org/drawingml/2006/main">
            <a:pPr algn="l">
              <a:lnSpc>
                <a:spcPct val="118000"/>
              </a:lnSpc>
              <a:buNone/>
              <a:defRPr sz="1275" b="0">
                <a:solidFill>
                  <a:srgbClr val="526779"/>
                </a:solidFill>
                <a:latin typeface="Arial"/>
                <a:ea typeface="Arial"/>
                <a:cs typeface="Arial"/>
              </a:defRPr>
            </a:pPr>
            <a:r>
              <a:rPr sz="1275" b="0">
                <a:solidFill>
                  <a:srgbClr val="526779"/>
                </a:solidFill>
                <a:latin typeface="Arial"/>
                <a:ea typeface="Arial"/>
                <a:cs typeface="Arial"/>
              </a:rPr>
              <a:t>và đầu mối công tác</a:t>
            </a:r>
          </a:p>
        </p:txBody>
      </p:sp>
    </p:spTree>
    <p:extLst>
      <p:ext uri="{BB962C8B-B14F-4D97-AF65-F5344CB8AC3E}">
        <p14:creationId xmlns:p14="http://schemas.microsoft.com/office/powerpoint/2010/main" val="1296828409"/>
      </p:ext>
    </p:extLst>
  </p:cSld>
</p:sld>
</file>

<file path=ppt/slides/slide6.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B169C13-0BF1-4C73-9692-2A3F6D66284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E4B64A"/>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E68882-A97C-45CF-AE3D-0AC64B039920}"/>
              </a:ext>
            </a:extLst>
          </p:cNvPr>
          <p:cNvSpPr>
            <a:spLocks xmlns:a="http://schemas.openxmlformats.org/drawingml/2006/main" noGrp="1"/>
          </p:cNvSpPr>
          <p:nvPr/>
        </p:nvSpPr>
        <p:spPr>
          <a:xfrm xmlns:a="http://schemas.openxmlformats.org/drawingml/2006/main">
            <a:off x="685800" y="64770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C8F1F1"/>
                </a:solidFill>
                <a:latin typeface="Arial"/>
                <a:ea typeface="Arial"/>
                <a:cs typeface="Arial"/>
              </a:defRPr>
            </a:defPPr>
            <a:lvl1pPr algn="l">
              <a:buNone/>
              <a:defRPr sz="1200" b="1">
                <a:solidFill>
                  <a:srgbClr val="C8F1F1"/>
                </a:solidFill>
                <a:latin typeface="Arial"/>
                <a:ea typeface="Arial"/>
                <a:cs typeface="Arial"/>
              </a:defRPr>
            </a:lvl1pPr>
            <a:lvl2pPr algn="l">
              <a:buNone/>
              <a:defRPr sz="1200" b="1">
                <a:solidFill>
                  <a:srgbClr val="C8F1F1"/>
                </a:solidFill>
                <a:latin typeface="Arial"/>
                <a:ea typeface="Arial"/>
                <a:cs typeface="Arial"/>
              </a:defRPr>
            </a:lvl2pPr>
            <a:lvl3pPr algn="l">
              <a:buNone/>
              <a:defRPr sz="1200" b="1">
                <a:solidFill>
                  <a:srgbClr val="C8F1F1"/>
                </a:solidFill>
                <a:latin typeface="Arial"/>
                <a:ea typeface="Arial"/>
                <a:cs typeface="Arial"/>
              </a:defRPr>
            </a:lvl3pPr>
            <a:lvl4pPr algn="l">
              <a:buNone/>
              <a:defRPr sz="1200" b="1">
                <a:solidFill>
                  <a:srgbClr val="C8F1F1"/>
                </a:solidFill>
                <a:latin typeface="Arial"/>
                <a:ea typeface="Arial"/>
                <a:cs typeface="Arial"/>
              </a:defRPr>
            </a:lvl4pPr>
            <a:lvl5pPr algn="l">
              <a:buNone/>
              <a:defRPr sz="1200" b="1">
                <a:solidFill>
                  <a:srgbClr val="C8F1F1"/>
                </a:solidFill>
                <a:latin typeface="Arial"/>
                <a:ea typeface="Arial"/>
                <a:cs typeface="Arial"/>
              </a:defRPr>
            </a:lvl5pPr>
            <a:lvl6pPr algn="l">
              <a:buNone/>
              <a:defRPr sz="1200" b="1">
                <a:solidFill>
                  <a:srgbClr val="C8F1F1"/>
                </a:solidFill>
                <a:latin typeface="Arial"/>
                <a:ea typeface="Arial"/>
                <a:cs typeface="Arial"/>
              </a:defRPr>
            </a:lvl6pPr>
            <a:lvl7pPr algn="l">
              <a:buNone/>
              <a:defRPr sz="1200" b="1">
                <a:solidFill>
                  <a:srgbClr val="C8F1F1"/>
                </a:solidFill>
                <a:latin typeface="Arial"/>
                <a:ea typeface="Arial"/>
                <a:cs typeface="Arial"/>
              </a:defRPr>
            </a:lvl7pPr>
            <a:lvl8pPr algn="l">
              <a:buNone/>
              <a:defRPr sz="1200" b="1">
                <a:solidFill>
                  <a:srgbClr val="C8F1F1"/>
                </a:solidFill>
                <a:latin typeface="Arial"/>
                <a:ea typeface="Arial"/>
                <a:cs typeface="Arial"/>
              </a:defRPr>
            </a:lvl8pPr>
            <a:lvl9pPr algn="l">
              <a:buNone/>
              <a:defRPr sz="1200" b="1">
                <a:solidFill>
                  <a:srgbClr val="C8F1F1"/>
                </a:solidFill>
                <a:latin typeface="Arial"/>
                <a:ea typeface="Arial"/>
                <a:cs typeface="Arial"/>
              </a:defRPr>
            </a:lvl9pPr>
          </a:lstStyle>
          <a:p xmlns:a="http://schemas.openxmlformats.org/drawingml/2006/main">
            <a:pPr algn="l">
              <a:lnSpc>
                <a:spcPct val="105000"/>
              </a:lnSpc>
              <a:buNone/>
              <a:defRPr sz="1200" b="1">
                <a:solidFill>
                  <a:srgbClr val="C8F1F1"/>
                </a:solidFill>
                <a:latin typeface="Arial"/>
                <a:ea typeface="Arial"/>
                <a:cs typeface="Arial"/>
              </a:defRPr>
            </a:pPr>
            <a:r>
              <a:rPr sz="1200" b="1">
                <a:solidFill>
                  <a:srgbClr val="C8F1F1"/>
                </a:solidFill>
                <a:latin typeface="Arial"/>
                <a:ea typeface="Arial"/>
                <a:cs typeface="Arial"/>
              </a:rPr>
              <a:t>GIÁ TRỊ CHUYỂN ĐỔI SỐ</a:t>
            </a:r>
          </a:p>
        </p:txBody>
      </p:sp>
      <p:sp>
        <p:nvSpPr>
          <p:cNvPr id="3" name="">
            <a:extLst xmlns:a="http://schemas.openxmlformats.org/drawingml/2006/main">
              <a:ext uri="{FF2B5EF4-FFF2-40B4-BE49-F238E27FC236}">
                <a16:creationId xmlns:a16="http://schemas.microsoft.com/office/drawing/2014/main" id="{34D4801C-F03F-4284-AFC7-9854E2EC7320}"/>
              </a:ext>
            </a:extLst>
          </p:cNvPr>
          <p:cNvSpPr>
            <a:spLocks xmlns:a="http://schemas.openxmlformats.org/drawingml/2006/main" noGrp="1"/>
          </p:cNvSpPr>
          <p:nvPr/>
        </p:nvSpPr>
        <p:spPr>
          <a:xfrm xmlns:a="http://schemas.openxmlformats.org/drawingml/2006/main">
            <a:off x="685800" y="1314450"/>
            <a:ext cx="7239000" cy="1981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FFFF"/>
                </a:solidFill>
                <a:latin typeface="Arial"/>
                <a:ea typeface="Arial"/>
                <a:cs typeface="Arial"/>
              </a:defRPr>
            </a:defPPr>
            <a:lvl1pPr algn="l">
              <a:buNone/>
              <a:defRPr sz="3150" b="1">
                <a:solidFill>
                  <a:srgbClr val="FFFFFF"/>
                </a:solidFill>
                <a:latin typeface="Arial"/>
                <a:ea typeface="Arial"/>
                <a:cs typeface="Arial"/>
              </a:defRPr>
            </a:lvl1pPr>
            <a:lvl2pPr algn="l">
              <a:buNone/>
              <a:defRPr sz="3150" b="1">
                <a:solidFill>
                  <a:srgbClr val="FFFFFF"/>
                </a:solidFill>
                <a:latin typeface="Arial"/>
                <a:ea typeface="Arial"/>
                <a:cs typeface="Arial"/>
              </a:defRPr>
            </a:lvl2pPr>
            <a:lvl3pPr algn="l">
              <a:buNone/>
              <a:defRPr sz="3150" b="1">
                <a:solidFill>
                  <a:srgbClr val="FFFFFF"/>
                </a:solidFill>
                <a:latin typeface="Arial"/>
                <a:ea typeface="Arial"/>
                <a:cs typeface="Arial"/>
              </a:defRPr>
            </a:lvl3pPr>
            <a:lvl4pPr algn="l">
              <a:buNone/>
              <a:defRPr sz="3150" b="1">
                <a:solidFill>
                  <a:srgbClr val="FFFFFF"/>
                </a:solidFill>
                <a:latin typeface="Arial"/>
                <a:ea typeface="Arial"/>
                <a:cs typeface="Arial"/>
              </a:defRPr>
            </a:lvl4pPr>
            <a:lvl5pPr algn="l">
              <a:buNone/>
              <a:defRPr sz="3150" b="1">
                <a:solidFill>
                  <a:srgbClr val="FFFFFF"/>
                </a:solidFill>
                <a:latin typeface="Arial"/>
                <a:ea typeface="Arial"/>
                <a:cs typeface="Arial"/>
              </a:defRPr>
            </a:lvl5pPr>
            <a:lvl6pPr algn="l">
              <a:buNone/>
              <a:defRPr sz="3150" b="1">
                <a:solidFill>
                  <a:srgbClr val="FFFFFF"/>
                </a:solidFill>
                <a:latin typeface="Arial"/>
                <a:ea typeface="Arial"/>
                <a:cs typeface="Arial"/>
              </a:defRPr>
            </a:lvl6pPr>
            <a:lvl7pPr algn="l">
              <a:buNone/>
              <a:defRPr sz="3150" b="1">
                <a:solidFill>
                  <a:srgbClr val="FFFFFF"/>
                </a:solidFill>
                <a:latin typeface="Arial"/>
                <a:ea typeface="Arial"/>
                <a:cs typeface="Arial"/>
              </a:defRPr>
            </a:lvl7pPr>
            <a:lvl8pPr algn="l">
              <a:buNone/>
              <a:defRPr sz="3150" b="1">
                <a:solidFill>
                  <a:srgbClr val="FFFFFF"/>
                </a:solidFill>
                <a:latin typeface="Arial"/>
                <a:ea typeface="Arial"/>
                <a:cs typeface="Arial"/>
              </a:defRPr>
            </a:lvl8pPr>
            <a:lvl9pPr algn="l">
              <a:buNone/>
              <a:defRPr sz="3150" b="1">
                <a:solidFill>
                  <a:srgbClr val="FFFFFF"/>
                </a:solidFill>
                <a:latin typeface="Arial"/>
                <a:ea typeface="Arial"/>
                <a:cs typeface="Arial"/>
              </a:defRPr>
            </a:lvl9pPr>
          </a:lstStyle>
          <a:p xmlns:a="http://schemas.openxmlformats.org/drawingml/2006/main">
            <a:pPr algn="l">
              <a:lnSpc>
                <a:spcPct val="106000"/>
              </a:lnSpc>
              <a:buNone/>
              <a:defRPr sz="3150" b="1">
                <a:solidFill>
                  <a:srgbClr val="FFFFFF"/>
                </a:solidFill>
                <a:latin typeface="Arial"/>
                <a:ea typeface="Arial"/>
                <a:cs typeface="Arial"/>
              </a:defRPr>
            </a:pPr>
            <a:r>
              <a:rPr sz="3150" b="1">
                <a:solidFill>
                  <a:srgbClr val="FFFFFF"/>
                </a:solidFill>
                <a:latin typeface="Arial"/>
                <a:ea typeface="Arial"/>
                <a:cs typeface="Arial"/>
              </a:rPr>
              <a:t>Một nền tảng.</a:t>
            </a:r>
          </a:p>
          <a:p xmlns:a="http://schemas.openxmlformats.org/drawingml/2006/main">
            <a:pPr algn="l">
              <a:lnSpc>
                <a:spcPct val="106000"/>
              </a:lnSpc>
              <a:buNone/>
              <a:defRPr sz="3150" b="1">
                <a:solidFill>
                  <a:srgbClr val="FFFFFF"/>
                </a:solidFill>
                <a:latin typeface="Arial"/>
                <a:ea typeface="Arial"/>
                <a:cs typeface="Arial"/>
              </a:defRPr>
            </a:pPr>
            <a:r>
              <a:rPr sz="3150" b="1">
                <a:solidFill>
                  <a:srgbClr val="FFFFFF"/>
                </a:solidFill>
                <a:latin typeface="Arial"/>
                <a:ea typeface="Arial"/>
                <a:cs typeface="Arial"/>
              </a:rPr>
              <a:t>Một luồng công việc.</a:t>
            </a:r>
          </a:p>
          <a:p xmlns:a="http://schemas.openxmlformats.org/drawingml/2006/main">
            <a:pPr algn="l">
              <a:lnSpc>
                <a:spcPct val="106000"/>
              </a:lnSpc>
              <a:buNone/>
              <a:defRPr sz="3150" b="1">
                <a:solidFill>
                  <a:srgbClr val="FFFFFF"/>
                </a:solidFill>
                <a:latin typeface="Arial"/>
                <a:ea typeface="Arial"/>
                <a:cs typeface="Arial"/>
              </a:defRPr>
            </a:pPr>
            <a:r>
              <a:rPr sz="3150" b="1">
                <a:solidFill>
                  <a:srgbClr val="FFFFFF"/>
                </a:solidFill>
                <a:latin typeface="Arial"/>
                <a:ea typeface="Arial"/>
                <a:cs typeface="Arial"/>
              </a:rPr>
              <a:t>Nhiều đầu mối được kết nối.</a:t>
            </a:r>
          </a:p>
        </p:txBody>
      </p:sp>
      <p:sp>
        <p:nvSpPr>
          <p:cNvPr id="4" name="">
            <a:extLst xmlns:a="http://schemas.openxmlformats.org/drawingml/2006/main">
              <a:ext uri="{FF2B5EF4-FFF2-40B4-BE49-F238E27FC236}">
                <a16:creationId xmlns:a16="http://schemas.microsoft.com/office/drawing/2014/main" id="{347FCE1B-B95E-4C7C-8EE8-2EE2B2C6FE32}"/>
              </a:ext>
            </a:extLst>
          </p:cNvPr>
          <p:cNvSpPr>
            <a:spLocks xmlns:a="http://schemas.openxmlformats.org/drawingml/2006/main" noGrp="1"/>
          </p:cNvSpPr>
          <p:nvPr/>
        </p:nvSpPr>
        <p:spPr>
          <a:xfrm xmlns:a="http://schemas.openxmlformats.org/drawingml/2006/main" flipH="0">
            <a:off x="685800" y="3676650"/>
            <a:ext cx="7505700" cy="953"/>
          </a:xfrm>
          <a:prstGeom xmlns:a="http://schemas.openxmlformats.org/drawingml/2006/main" prst="line">
            <a:avLst/>
          </a:prstGeom>
          <a:noFill xmlns:a="http://schemas.openxmlformats.org/drawingml/2006/main"/>
          <a:ln xmlns:a="http://schemas.openxmlformats.org/drawingml/2006/main" w="38100">
            <a:solidFill>
              <a:srgbClr val="0796A3"/>
            </a:solidFill>
            <a:prstDash val="solid"/>
          </a:ln>
        </p:spPr>
      </p:sp>
      <p:sp>
        <p:nvSpPr>
          <p:cNvPr id="5" name="">
            <a:extLst xmlns:a="http://schemas.openxmlformats.org/drawingml/2006/main">
              <a:ext uri="{FF2B5EF4-FFF2-40B4-BE49-F238E27FC236}">
                <a16:creationId xmlns:a16="http://schemas.microsoft.com/office/drawing/2014/main" id="{3422AE59-5244-4CF4-9880-F67F87060A38}"/>
              </a:ext>
            </a:extLst>
          </p:cNvPr>
          <p:cNvSpPr>
            <a:spLocks xmlns:a="http://schemas.openxmlformats.org/drawingml/2006/main" noGrp="1"/>
          </p:cNvSpPr>
          <p:nvPr/>
        </p:nvSpPr>
        <p:spPr>
          <a:xfrm xmlns:a="http://schemas.openxmlformats.org/drawingml/2006/main">
            <a:off x="685800" y="40005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E4B64A"/>
                </a:solidFill>
                <a:latin typeface="Arial"/>
                <a:ea typeface="Arial"/>
                <a:cs typeface="Arial"/>
              </a:defRPr>
            </a:defPPr>
            <a:lvl1pPr algn="l">
              <a:buNone/>
              <a:defRPr sz="1425" b="1">
                <a:solidFill>
                  <a:srgbClr val="E4B64A"/>
                </a:solidFill>
                <a:latin typeface="Arial"/>
                <a:ea typeface="Arial"/>
                <a:cs typeface="Arial"/>
              </a:defRPr>
            </a:lvl1pPr>
            <a:lvl2pPr algn="l">
              <a:buNone/>
              <a:defRPr sz="1425" b="1">
                <a:solidFill>
                  <a:srgbClr val="E4B64A"/>
                </a:solidFill>
                <a:latin typeface="Arial"/>
                <a:ea typeface="Arial"/>
                <a:cs typeface="Arial"/>
              </a:defRPr>
            </a:lvl2pPr>
            <a:lvl3pPr algn="l">
              <a:buNone/>
              <a:defRPr sz="1425" b="1">
                <a:solidFill>
                  <a:srgbClr val="E4B64A"/>
                </a:solidFill>
                <a:latin typeface="Arial"/>
                <a:ea typeface="Arial"/>
                <a:cs typeface="Arial"/>
              </a:defRPr>
            </a:lvl3pPr>
            <a:lvl4pPr algn="l">
              <a:buNone/>
              <a:defRPr sz="1425" b="1">
                <a:solidFill>
                  <a:srgbClr val="E4B64A"/>
                </a:solidFill>
                <a:latin typeface="Arial"/>
                <a:ea typeface="Arial"/>
                <a:cs typeface="Arial"/>
              </a:defRPr>
            </a:lvl4pPr>
            <a:lvl5pPr algn="l">
              <a:buNone/>
              <a:defRPr sz="1425" b="1">
                <a:solidFill>
                  <a:srgbClr val="E4B64A"/>
                </a:solidFill>
                <a:latin typeface="Arial"/>
                <a:ea typeface="Arial"/>
                <a:cs typeface="Arial"/>
              </a:defRPr>
            </a:lvl5pPr>
            <a:lvl6pPr algn="l">
              <a:buNone/>
              <a:defRPr sz="1425" b="1">
                <a:solidFill>
                  <a:srgbClr val="E4B64A"/>
                </a:solidFill>
                <a:latin typeface="Arial"/>
                <a:ea typeface="Arial"/>
                <a:cs typeface="Arial"/>
              </a:defRPr>
            </a:lvl6pPr>
            <a:lvl7pPr algn="l">
              <a:buNone/>
              <a:defRPr sz="1425" b="1">
                <a:solidFill>
                  <a:srgbClr val="E4B64A"/>
                </a:solidFill>
                <a:latin typeface="Arial"/>
                <a:ea typeface="Arial"/>
                <a:cs typeface="Arial"/>
              </a:defRPr>
            </a:lvl7pPr>
            <a:lvl8pPr algn="l">
              <a:buNone/>
              <a:defRPr sz="1425" b="1">
                <a:solidFill>
                  <a:srgbClr val="E4B64A"/>
                </a:solidFill>
                <a:latin typeface="Arial"/>
                <a:ea typeface="Arial"/>
                <a:cs typeface="Arial"/>
              </a:defRPr>
            </a:lvl8pPr>
            <a:lvl9pPr algn="l">
              <a:buNone/>
              <a:defRPr sz="1425" b="1">
                <a:solidFill>
                  <a:srgbClr val="E4B64A"/>
                </a:solidFill>
                <a:latin typeface="Arial"/>
                <a:ea typeface="Arial"/>
                <a:cs typeface="Arial"/>
              </a:defRPr>
            </a:lvl9pPr>
          </a:lstStyle>
          <a:p xmlns:a="http://schemas.openxmlformats.org/drawingml/2006/main">
            <a:pPr algn="l">
              <a:lnSpc>
                <a:spcPct val="105000"/>
              </a:lnSpc>
              <a:buNone/>
              <a:defRPr sz="1425" b="1">
                <a:solidFill>
                  <a:srgbClr val="E4B64A"/>
                </a:solidFill>
                <a:latin typeface="Arial"/>
                <a:ea typeface="Arial"/>
                <a:cs typeface="Arial"/>
              </a:defRPr>
            </a:pPr>
            <a:r>
              <a:rPr sz="1425" b="1">
                <a:solidFill>
                  <a:srgbClr val="E4B64A"/>
                </a:solidFill>
                <a:latin typeface="Arial"/>
                <a:ea typeface="Arial"/>
                <a:cs typeface="Arial"/>
              </a:rPr>
              <a:t>Giá trị được tạo ra</a:t>
            </a:r>
          </a:p>
        </p:txBody>
      </p:sp>
      <p:sp>
        <p:nvSpPr>
          <p:cNvPr id="6" name="">
            <a:extLst xmlns:a="http://schemas.openxmlformats.org/drawingml/2006/main">
              <a:ext uri="{FF2B5EF4-FFF2-40B4-BE49-F238E27FC236}">
                <a16:creationId xmlns:a16="http://schemas.microsoft.com/office/drawing/2014/main" id="{7933CE74-46CC-49E8-AB0C-308D0C1774CE}"/>
              </a:ext>
            </a:extLst>
          </p:cNvPr>
          <p:cNvSpPr>
            <a:spLocks xmlns:a="http://schemas.openxmlformats.org/drawingml/2006/main" noGrp="1"/>
          </p:cNvSpPr>
          <p:nvPr/>
        </p:nvSpPr>
        <p:spPr>
          <a:xfrm xmlns:a="http://schemas.openxmlformats.org/drawingml/2006/main">
            <a:off x="685800" y="445770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FFFFFF"/>
                </a:solidFill>
                <a:latin typeface="Arial"/>
                <a:ea typeface="Arial"/>
                <a:cs typeface="Arial"/>
              </a:defRPr>
            </a:defPPr>
            <a:lvl1pPr algn="l">
              <a:buNone/>
              <a:defRPr sz="1425" b="0">
                <a:solidFill>
                  <a:srgbClr val="FFFFFF"/>
                </a:solidFill>
                <a:latin typeface="Arial"/>
                <a:ea typeface="Arial"/>
                <a:cs typeface="Arial"/>
              </a:defRPr>
            </a:lvl1pPr>
            <a:lvl2pPr algn="l">
              <a:buNone/>
              <a:defRPr sz="1425" b="0">
                <a:solidFill>
                  <a:srgbClr val="FFFFFF"/>
                </a:solidFill>
                <a:latin typeface="Arial"/>
                <a:ea typeface="Arial"/>
                <a:cs typeface="Arial"/>
              </a:defRPr>
            </a:lvl2pPr>
            <a:lvl3pPr algn="l">
              <a:buNone/>
              <a:defRPr sz="1425" b="0">
                <a:solidFill>
                  <a:srgbClr val="FFFFFF"/>
                </a:solidFill>
                <a:latin typeface="Arial"/>
                <a:ea typeface="Arial"/>
                <a:cs typeface="Arial"/>
              </a:defRPr>
            </a:lvl3pPr>
            <a:lvl4pPr algn="l">
              <a:buNone/>
              <a:defRPr sz="1425" b="0">
                <a:solidFill>
                  <a:srgbClr val="FFFFFF"/>
                </a:solidFill>
                <a:latin typeface="Arial"/>
                <a:ea typeface="Arial"/>
                <a:cs typeface="Arial"/>
              </a:defRPr>
            </a:lvl4pPr>
            <a:lvl5pPr algn="l">
              <a:buNone/>
              <a:defRPr sz="1425" b="0">
                <a:solidFill>
                  <a:srgbClr val="FFFFFF"/>
                </a:solidFill>
                <a:latin typeface="Arial"/>
                <a:ea typeface="Arial"/>
                <a:cs typeface="Arial"/>
              </a:defRPr>
            </a:lvl5pPr>
            <a:lvl6pPr algn="l">
              <a:buNone/>
              <a:defRPr sz="1425" b="0">
                <a:solidFill>
                  <a:srgbClr val="FFFFFF"/>
                </a:solidFill>
                <a:latin typeface="Arial"/>
                <a:ea typeface="Arial"/>
                <a:cs typeface="Arial"/>
              </a:defRPr>
            </a:lvl6pPr>
            <a:lvl7pPr algn="l">
              <a:buNone/>
              <a:defRPr sz="1425" b="0">
                <a:solidFill>
                  <a:srgbClr val="FFFFFF"/>
                </a:solidFill>
                <a:latin typeface="Arial"/>
                <a:ea typeface="Arial"/>
                <a:cs typeface="Arial"/>
              </a:defRPr>
            </a:lvl7pPr>
            <a:lvl8pPr algn="l">
              <a:buNone/>
              <a:defRPr sz="1425" b="0">
                <a:solidFill>
                  <a:srgbClr val="FFFFFF"/>
                </a:solidFill>
                <a:latin typeface="Arial"/>
                <a:ea typeface="Arial"/>
                <a:cs typeface="Arial"/>
              </a:defRPr>
            </a:lvl8pPr>
            <a:lvl9pPr algn="l">
              <a:buNone/>
              <a:defRPr sz="1425" b="0">
                <a:solidFill>
                  <a:srgbClr val="FFFFFF"/>
                </a:solidFill>
                <a:latin typeface="Arial"/>
                <a:ea typeface="Arial"/>
                <a:cs typeface="Arial"/>
              </a:defRPr>
            </a:lvl9pPr>
          </a:lstStyle>
          <a:p xmlns:a="http://schemas.openxmlformats.org/drawingml/2006/main">
            <a:pPr algn="l">
              <a:lnSpc>
                <a:spcPct val="118000"/>
              </a:lnSpc>
              <a:buNone/>
              <a:defRPr sz="1425" b="0">
                <a:solidFill>
                  <a:srgbClr val="FFFFFF"/>
                </a:solidFill>
                <a:latin typeface="Arial"/>
                <a:ea typeface="Arial"/>
                <a:cs typeface="Arial"/>
              </a:defRPr>
            </a:pPr>
            <a:r>
              <a:rPr sz="1425" b="0">
                <a:solidFill>
                  <a:srgbClr val="FFFFFF"/>
                </a:solidFill>
                <a:latin typeface="Arial"/>
                <a:ea typeface="Arial"/>
                <a:cs typeface="Arial"/>
              </a:rPr>
              <a:t>• Tập trung thông tin hội nghị và lịch sử xử lý</a:t>
            </a:r>
          </a:p>
          <a:p xmlns:a="http://schemas.openxmlformats.org/drawingml/2006/main">
            <a:pPr algn="l">
              <a:lnSpc>
                <a:spcPct val="118000"/>
              </a:lnSpc>
              <a:buNone/>
              <a:defRPr sz="1425" b="0">
                <a:solidFill>
                  <a:srgbClr val="FFFFFF"/>
                </a:solidFill>
                <a:latin typeface="Arial"/>
                <a:ea typeface="Arial"/>
                <a:cs typeface="Arial"/>
              </a:defRPr>
            </a:pPr>
            <a:r>
              <a:rPr sz="1425" b="0">
                <a:solidFill>
                  <a:srgbClr val="FFFFFF"/>
                </a:solidFill>
                <a:latin typeface="Arial"/>
                <a:ea typeface="Arial"/>
                <a:cs typeface="Arial"/>
              </a:rPr>
              <a:t>• Hỗ trợ phân công có căn cứ, nhìn rõ tải công việc</a:t>
            </a:r>
          </a:p>
          <a:p xmlns:a="http://schemas.openxmlformats.org/drawingml/2006/main">
            <a:pPr algn="l">
              <a:lnSpc>
                <a:spcPct val="118000"/>
              </a:lnSpc>
              <a:buNone/>
              <a:defRPr sz="1425" b="0">
                <a:solidFill>
                  <a:srgbClr val="FFFFFF"/>
                </a:solidFill>
                <a:latin typeface="Arial"/>
                <a:ea typeface="Arial"/>
                <a:cs typeface="Arial"/>
              </a:defRPr>
            </a:pPr>
            <a:r>
              <a:rPr sz="1425" b="0">
                <a:solidFill>
                  <a:srgbClr val="FFFFFF"/>
                </a:solidFill>
                <a:latin typeface="Arial"/>
                <a:ea typeface="Arial"/>
                <a:cs typeface="Arial"/>
              </a:rPr>
              <a:t>• Mở rộng đăng ký và điểm danh trong cùng quy trình</a:t>
            </a:r>
          </a:p>
          <a:p xmlns:a="http://schemas.openxmlformats.org/drawingml/2006/main">
            <a:pPr algn="l">
              <a:lnSpc>
                <a:spcPct val="118000"/>
              </a:lnSpc>
              <a:buNone/>
              <a:defRPr sz="1425" b="0">
                <a:solidFill>
                  <a:srgbClr val="FFFFFF"/>
                </a:solidFill>
                <a:latin typeface="Arial"/>
                <a:ea typeface="Arial"/>
                <a:cs typeface="Arial"/>
              </a:defRPr>
            </a:pPr>
            <a:r>
              <a:rPr sz="1425" b="0">
                <a:solidFill>
                  <a:srgbClr val="FFFFFF"/>
                </a:solidFill>
                <a:latin typeface="Arial"/>
                <a:ea typeface="Arial"/>
                <a:cs typeface="Arial"/>
              </a:rPr>
              <a:t>• Rút ngắn thao tác tổng hợp, báo cáo có thể xuất được</a:t>
            </a:r>
          </a:p>
        </p:txBody>
      </p:sp>
      <p:sp>
        <p:nvSpPr>
          <p:cNvPr id="7" name="">
            <a:extLst xmlns:a="http://schemas.openxmlformats.org/drawingml/2006/main">
              <a:ext uri="{FF2B5EF4-FFF2-40B4-BE49-F238E27FC236}">
                <a16:creationId xmlns:a16="http://schemas.microsoft.com/office/drawing/2014/main" id="{C63B0E17-1EE5-4945-909A-93A16D581BE4}"/>
              </a:ext>
            </a:extLst>
          </p:cNvPr>
          <p:cNvSpPr>
            <a:spLocks xmlns:a="http://schemas.openxmlformats.org/drawingml/2006/main" noGrp="1"/>
          </p:cNvSpPr>
          <p:nvPr/>
        </p:nvSpPr>
        <p:spPr>
          <a:xfrm xmlns:a="http://schemas.openxmlformats.org/drawingml/2006/main">
            <a:off x="8743950" y="1123950"/>
            <a:ext cx="2724150" cy="4686300"/>
          </a:xfrm>
          <a:prstGeom xmlns:a="http://schemas.openxmlformats.org/drawingml/2006/main" prst="rect">
            <a:avLst/>
          </a:prstGeom>
          <a:solidFill xmlns:a="http://schemas.openxmlformats.org/drawingml/2006/main">
            <a:srgbClr val="1769A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E95818-9B62-4AD0-B987-83B7E585F96A}"/>
              </a:ext>
            </a:extLst>
          </p:cNvPr>
          <p:cNvSpPr>
            <a:spLocks xmlns:a="http://schemas.openxmlformats.org/drawingml/2006/main" noGrp="1"/>
          </p:cNvSpPr>
          <p:nvPr/>
        </p:nvSpPr>
        <p:spPr>
          <a:xfrm xmlns:a="http://schemas.openxmlformats.org/drawingml/2006/main">
            <a:off x="9048750" y="1447800"/>
            <a:ext cx="2133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FFF"/>
                </a:solidFill>
                <a:latin typeface="Arial"/>
                <a:ea typeface="Arial"/>
                <a:cs typeface="Arial"/>
              </a:defRPr>
            </a:defPPr>
            <a:lvl1pPr algn="l">
              <a:buNone/>
              <a:defRPr sz="1425" b="1">
                <a:solidFill>
                  <a:srgbClr val="FFFFFF"/>
                </a:solidFill>
                <a:latin typeface="Arial"/>
                <a:ea typeface="Arial"/>
                <a:cs typeface="Arial"/>
              </a:defRPr>
            </a:lvl1pPr>
            <a:lvl2pPr algn="l">
              <a:buNone/>
              <a:defRPr sz="1425" b="1">
                <a:solidFill>
                  <a:srgbClr val="FFFFFF"/>
                </a:solidFill>
                <a:latin typeface="Arial"/>
                <a:ea typeface="Arial"/>
                <a:cs typeface="Arial"/>
              </a:defRPr>
            </a:lvl2pPr>
            <a:lvl3pPr algn="l">
              <a:buNone/>
              <a:defRPr sz="1425" b="1">
                <a:solidFill>
                  <a:srgbClr val="FFFFFF"/>
                </a:solidFill>
                <a:latin typeface="Arial"/>
                <a:ea typeface="Arial"/>
                <a:cs typeface="Arial"/>
              </a:defRPr>
            </a:lvl3pPr>
            <a:lvl4pPr algn="l">
              <a:buNone/>
              <a:defRPr sz="1425" b="1">
                <a:solidFill>
                  <a:srgbClr val="FFFFFF"/>
                </a:solidFill>
                <a:latin typeface="Arial"/>
                <a:ea typeface="Arial"/>
                <a:cs typeface="Arial"/>
              </a:defRPr>
            </a:lvl4pPr>
            <a:lvl5pPr algn="l">
              <a:buNone/>
              <a:defRPr sz="1425" b="1">
                <a:solidFill>
                  <a:srgbClr val="FFFFFF"/>
                </a:solidFill>
                <a:latin typeface="Arial"/>
                <a:ea typeface="Arial"/>
                <a:cs typeface="Arial"/>
              </a:defRPr>
            </a:lvl5pPr>
            <a:lvl6pPr algn="l">
              <a:buNone/>
              <a:defRPr sz="1425" b="1">
                <a:solidFill>
                  <a:srgbClr val="FFFFFF"/>
                </a:solidFill>
                <a:latin typeface="Arial"/>
                <a:ea typeface="Arial"/>
                <a:cs typeface="Arial"/>
              </a:defRPr>
            </a:lvl6pPr>
            <a:lvl7pPr algn="l">
              <a:buNone/>
              <a:defRPr sz="1425" b="1">
                <a:solidFill>
                  <a:srgbClr val="FFFFFF"/>
                </a:solidFill>
                <a:latin typeface="Arial"/>
                <a:ea typeface="Arial"/>
                <a:cs typeface="Arial"/>
              </a:defRPr>
            </a:lvl7pPr>
            <a:lvl8pPr algn="l">
              <a:buNone/>
              <a:defRPr sz="1425" b="1">
                <a:solidFill>
                  <a:srgbClr val="FFFFFF"/>
                </a:solidFill>
                <a:latin typeface="Arial"/>
                <a:ea typeface="Arial"/>
                <a:cs typeface="Arial"/>
              </a:defRPr>
            </a:lvl8pPr>
            <a:lvl9pPr algn="l">
              <a:buNone/>
              <a:defRPr sz="1425" b="1">
                <a:solidFill>
                  <a:srgbClr val="FFFFFF"/>
                </a:solidFill>
                <a:latin typeface="Arial"/>
                <a:ea typeface="Arial"/>
                <a:cs typeface="Arial"/>
              </a:defRPr>
            </a:lvl9pPr>
          </a:lstStyle>
          <a:p xmlns:a="http://schemas.openxmlformats.org/drawingml/2006/main">
            <a:pPr algn="l">
              <a:lnSpc>
                <a:spcPct val="115000"/>
              </a:lnSpc>
              <a:buNone/>
              <a:defRPr sz="1425" b="1">
                <a:solidFill>
                  <a:srgbClr val="FFFFFF"/>
                </a:solidFill>
                <a:latin typeface="Arial"/>
                <a:ea typeface="Arial"/>
                <a:cs typeface="Arial"/>
              </a:defRPr>
            </a:pPr>
            <a:r>
              <a:rPr sz="1425" b="1">
                <a:solidFill>
                  <a:srgbClr val="FFFFFF"/>
                </a:solidFill>
                <a:latin typeface="Arial"/>
                <a:ea typeface="Arial"/>
                <a:cs typeface="Arial"/>
              </a:rPr>
              <a:t>ĐO HIỆU QUẢ</a:t>
            </a:r>
          </a:p>
          <a:p xmlns:a="http://schemas.openxmlformats.org/drawingml/2006/main">
            <a:pPr algn="l">
              <a:lnSpc>
                <a:spcPct val="115000"/>
              </a:lnSpc>
              <a:buNone/>
              <a:defRPr sz="1425" b="1">
                <a:solidFill>
                  <a:srgbClr val="FFFFFF"/>
                </a:solidFill>
                <a:latin typeface="Arial"/>
                <a:ea typeface="Arial"/>
                <a:cs typeface="Arial"/>
              </a:defRPr>
            </a:pPr>
            <a:r>
              <a:rPr sz="1425" b="1">
                <a:solidFill>
                  <a:srgbClr val="FFFFFF"/>
                </a:solidFill>
                <a:latin typeface="Arial"/>
                <a:ea typeface="Arial"/>
                <a:cs typeface="Arial"/>
              </a:rPr>
              <a:t>SAU TRIỂN KHAI</a:t>
            </a:r>
          </a:p>
        </p:txBody>
      </p:sp>
      <p:sp>
        <p:nvSpPr>
          <p:cNvPr id="9" name="">
            <a:extLst xmlns:a="http://schemas.openxmlformats.org/drawingml/2006/main">
              <a:ext uri="{FF2B5EF4-FFF2-40B4-BE49-F238E27FC236}">
                <a16:creationId xmlns:a16="http://schemas.microsoft.com/office/drawing/2014/main" id="{E72EF609-BE7C-40E7-A9FA-27EF5B3DFCCA}"/>
              </a:ext>
            </a:extLst>
          </p:cNvPr>
          <p:cNvSpPr>
            <a:spLocks xmlns:a="http://schemas.openxmlformats.org/drawingml/2006/main" noGrp="1"/>
          </p:cNvSpPr>
          <p:nvPr/>
        </p:nvSpPr>
        <p:spPr>
          <a:xfrm xmlns:a="http://schemas.openxmlformats.org/drawingml/2006/main">
            <a:off x="9048750" y="2581275"/>
            <a:ext cx="114300" cy="114300"/>
          </a:xfrm>
          <a:prstGeom xmlns:a="http://schemas.openxmlformats.org/drawingml/2006/main" prst="ellipse">
            <a:avLst/>
          </a:prstGeom>
          <a:solidFill xmlns:a="http://schemas.openxmlformats.org/drawingml/2006/main">
            <a:srgbClr val="E4B6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68EA5C-8FBC-4A64-92F5-F59D4D555559}"/>
              </a:ext>
            </a:extLst>
          </p:cNvPr>
          <p:cNvSpPr>
            <a:spLocks xmlns:a="http://schemas.openxmlformats.org/drawingml/2006/main" noGrp="1"/>
          </p:cNvSpPr>
          <p:nvPr/>
        </p:nvSpPr>
        <p:spPr>
          <a:xfrm xmlns:a="http://schemas.openxmlformats.org/drawingml/2006/main">
            <a:off x="9277350" y="25241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200" b="0">
                <a:solidFill>
                  <a:srgbClr val="FFFFFF"/>
                </a:solidFill>
                <a:latin typeface="Arial"/>
                <a:ea typeface="Arial"/>
                <a:cs typeface="Arial"/>
              </a:defRPr>
            </a:lvl1pPr>
            <a:lvl2pPr algn="l">
              <a:buNone/>
              <a:defRPr sz="1200" b="0">
                <a:solidFill>
                  <a:srgbClr val="FFFFFF"/>
                </a:solidFill>
                <a:latin typeface="Arial"/>
                <a:ea typeface="Arial"/>
                <a:cs typeface="Arial"/>
              </a:defRPr>
            </a:lvl2pPr>
            <a:lvl3pPr algn="l">
              <a:buNone/>
              <a:defRPr sz="1200" b="0">
                <a:solidFill>
                  <a:srgbClr val="FFFFFF"/>
                </a:solidFill>
                <a:latin typeface="Arial"/>
                <a:ea typeface="Arial"/>
                <a:cs typeface="Arial"/>
              </a:defRPr>
            </a:lvl3pPr>
            <a:lvl4pPr algn="l">
              <a:buNone/>
              <a:defRPr sz="1200" b="0">
                <a:solidFill>
                  <a:srgbClr val="FFFFFF"/>
                </a:solidFill>
                <a:latin typeface="Arial"/>
                <a:ea typeface="Arial"/>
                <a:cs typeface="Arial"/>
              </a:defRPr>
            </a:lvl4pPr>
            <a:lvl5pPr algn="l">
              <a:buNone/>
              <a:defRPr sz="1200" b="0">
                <a:solidFill>
                  <a:srgbClr val="FFFFFF"/>
                </a:solidFill>
                <a:latin typeface="Arial"/>
                <a:ea typeface="Arial"/>
                <a:cs typeface="Arial"/>
              </a:defRPr>
            </a:lvl5pPr>
            <a:lvl6pPr algn="l">
              <a:buNone/>
              <a:defRPr sz="1200" b="0">
                <a:solidFill>
                  <a:srgbClr val="FFFFFF"/>
                </a:solidFill>
                <a:latin typeface="Arial"/>
                <a:ea typeface="Arial"/>
                <a:cs typeface="Arial"/>
              </a:defRPr>
            </a:lvl6pPr>
            <a:lvl7pPr algn="l">
              <a:buNone/>
              <a:defRPr sz="1200" b="0">
                <a:solidFill>
                  <a:srgbClr val="FFFFFF"/>
                </a:solidFill>
                <a:latin typeface="Arial"/>
                <a:ea typeface="Arial"/>
                <a:cs typeface="Arial"/>
              </a:defRPr>
            </a:lvl7pPr>
            <a:lvl8pPr algn="l">
              <a:buNone/>
              <a:defRPr sz="1200" b="0">
                <a:solidFill>
                  <a:srgbClr val="FFFFFF"/>
                </a:solidFill>
                <a:latin typeface="Arial"/>
                <a:ea typeface="Arial"/>
                <a:cs typeface="Arial"/>
              </a:defRPr>
            </a:lvl8pPr>
            <a:lvl9pPr algn="l">
              <a:buNone/>
              <a:defRPr sz="1200" b="0">
                <a:solidFill>
                  <a:srgbClr val="FFFFFF"/>
                </a:solidFill>
                <a:latin typeface="Arial"/>
                <a:ea typeface="Arial"/>
                <a:cs typeface="Arial"/>
              </a:defRPr>
            </a:lvl9pPr>
          </a:lstStyle>
          <a:p xmlns:a="http://schemas.openxmlformats.org/drawingml/2006/main">
            <a:pPr algn="l">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Thời gian lập phương án</a:t>
            </a:r>
          </a:p>
        </p:txBody>
      </p:sp>
      <p:sp>
        <p:nvSpPr>
          <p:cNvPr id="11" name="">
            <a:extLst xmlns:a="http://schemas.openxmlformats.org/drawingml/2006/main">
              <a:ext uri="{FF2B5EF4-FFF2-40B4-BE49-F238E27FC236}">
                <a16:creationId xmlns:a16="http://schemas.microsoft.com/office/drawing/2014/main" id="{20A9B472-2E81-4DD9-A769-0A0580F86211}"/>
              </a:ext>
            </a:extLst>
          </p:cNvPr>
          <p:cNvSpPr>
            <a:spLocks xmlns:a="http://schemas.openxmlformats.org/drawingml/2006/main" noGrp="1"/>
          </p:cNvSpPr>
          <p:nvPr/>
        </p:nvSpPr>
        <p:spPr>
          <a:xfrm xmlns:a="http://schemas.openxmlformats.org/drawingml/2006/main" flipH="0">
            <a:off x="9048750" y="2990850"/>
            <a:ext cx="2152650" cy="953"/>
          </a:xfrm>
          <a:prstGeom xmlns:a="http://schemas.openxmlformats.org/drawingml/2006/main" prst="line">
            <a:avLst/>
          </a:prstGeom>
          <a:noFill xmlns:a="http://schemas.openxmlformats.org/drawingml/2006/main"/>
          <a:ln xmlns:a="http://schemas.openxmlformats.org/drawingml/2006/main" w="9525">
            <a:solidFill>
              <a:srgbClr val="4D89B7"/>
            </a:solidFill>
            <a:prstDash val="solid"/>
          </a:ln>
        </p:spPr>
      </p:sp>
      <p:sp>
        <p:nvSpPr>
          <p:cNvPr id="12" name="">
            <a:extLst xmlns:a="http://schemas.openxmlformats.org/drawingml/2006/main">
              <a:ext uri="{FF2B5EF4-FFF2-40B4-BE49-F238E27FC236}">
                <a16:creationId xmlns:a16="http://schemas.microsoft.com/office/drawing/2014/main" id="{594775EC-061A-47A9-91A0-336DED94CE7E}"/>
              </a:ext>
            </a:extLst>
          </p:cNvPr>
          <p:cNvSpPr>
            <a:spLocks xmlns:a="http://schemas.openxmlformats.org/drawingml/2006/main" noGrp="1"/>
          </p:cNvSpPr>
          <p:nvPr/>
        </p:nvSpPr>
        <p:spPr>
          <a:xfrm xmlns:a="http://schemas.openxmlformats.org/drawingml/2006/main">
            <a:off x="9048750" y="3305175"/>
            <a:ext cx="114300" cy="114300"/>
          </a:xfrm>
          <a:prstGeom xmlns:a="http://schemas.openxmlformats.org/drawingml/2006/main" prst="ellipse">
            <a:avLst/>
          </a:prstGeom>
          <a:solidFill xmlns:a="http://schemas.openxmlformats.org/drawingml/2006/main">
            <a:srgbClr val="C8F1F1"/>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1C4663-1AF5-4F5A-BF71-CD5AF703F572}"/>
              </a:ext>
            </a:extLst>
          </p:cNvPr>
          <p:cNvSpPr>
            <a:spLocks xmlns:a="http://schemas.openxmlformats.org/drawingml/2006/main" noGrp="1"/>
          </p:cNvSpPr>
          <p:nvPr/>
        </p:nvSpPr>
        <p:spPr>
          <a:xfrm xmlns:a="http://schemas.openxmlformats.org/drawingml/2006/main">
            <a:off x="9277350" y="32480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200" b="0">
                <a:solidFill>
                  <a:srgbClr val="FFFFFF"/>
                </a:solidFill>
                <a:latin typeface="Arial"/>
                <a:ea typeface="Arial"/>
                <a:cs typeface="Arial"/>
              </a:defRPr>
            </a:lvl1pPr>
            <a:lvl2pPr algn="l">
              <a:buNone/>
              <a:defRPr sz="1200" b="0">
                <a:solidFill>
                  <a:srgbClr val="FFFFFF"/>
                </a:solidFill>
                <a:latin typeface="Arial"/>
                <a:ea typeface="Arial"/>
                <a:cs typeface="Arial"/>
              </a:defRPr>
            </a:lvl2pPr>
            <a:lvl3pPr algn="l">
              <a:buNone/>
              <a:defRPr sz="1200" b="0">
                <a:solidFill>
                  <a:srgbClr val="FFFFFF"/>
                </a:solidFill>
                <a:latin typeface="Arial"/>
                <a:ea typeface="Arial"/>
                <a:cs typeface="Arial"/>
              </a:defRPr>
            </a:lvl3pPr>
            <a:lvl4pPr algn="l">
              <a:buNone/>
              <a:defRPr sz="1200" b="0">
                <a:solidFill>
                  <a:srgbClr val="FFFFFF"/>
                </a:solidFill>
                <a:latin typeface="Arial"/>
                <a:ea typeface="Arial"/>
                <a:cs typeface="Arial"/>
              </a:defRPr>
            </a:lvl4pPr>
            <a:lvl5pPr algn="l">
              <a:buNone/>
              <a:defRPr sz="1200" b="0">
                <a:solidFill>
                  <a:srgbClr val="FFFFFF"/>
                </a:solidFill>
                <a:latin typeface="Arial"/>
                <a:ea typeface="Arial"/>
                <a:cs typeface="Arial"/>
              </a:defRPr>
            </a:lvl5pPr>
            <a:lvl6pPr algn="l">
              <a:buNone/>
              <a:defRPr sz="1200" b="0">
                <a:solidFill>
                  <a:srgbClr val="FFFFFF"/>
                </a:solidFill>
                <a:latin typeface="Arial"/>
                <a:ea typeface="Arial"/>
                <a:cs typeface="Arial"/>
              </a:defRPr>
            </a:lvl6pPr>
            <a:lvl7pPr algn="l">
              <a:buNone/>
              <a:defRPr sz="1200" b="0">
                <a:solidFill>
                  <a:srgbClr val="FFFFFF"/>
                </a:solidFill>
                <a:latin typeface="Arial"/>
                <a:ea typeface="Arial"/>
                <a:cs typeface="Arial"/>
              </a:defRPr>
            </a:lvl7pPr>
            <a:lvl8pPr algn="l">
              <a:buNone/>
              <a:defRPr sz="1200" b="0">
                <a:solidFill>
                  <a:srgbClr val="FFFFFF"/>
                </a:solidFill>
                <a:latin typeface="Arial"/>
                <a:ea typeface="Arial"/>
                <a:cs typeface="Arial"/>
              </a:defRPr>
            </a:lvl8pPr>
            <a:lvl9pPr algn="l">
              <a:buNone/>
              <a:defRPr sz="1200" b="0">
                <a:solidFill>
                  <a:srgbClr val="FFFFFF"/>
                </a:solidFill>
                <a:latin typeface="Arial"/>
                <a:ea typeface="Arial"/>
                <a:cs typeface="Arial"/>
              </a:defRPr>
            </a:lvl9pPr>
          </a:lstStyle>
          <a:p xmlns:a="http://schemas.openxmlformats.org/drawingml/2006/main">
            <a:pPr algn="l">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Thời gian phân công</a:t>
            </a:r>
          </a:p>
        </p:txBody>
      </p:sp>
      <p:sp>
        <p:nvSpPr>
          <p:cNvPr id="14" name="">
            <a:extLst xmlns:a="http://schemas.openxmlformats.org/drawingml/2006/main">
              <a:ext uri="{FF2B5EF4-FFF2-40B4-BE49-F238E27FC236}">
                <a16:creationId xmlns:a16="http://schemas.microsoft.com/office/drawing/2014/main" id="{CE0F445E-ACE3-4CA1-8B47-B801B93C0929}"/>
              </a:ext>
            </a:extLst>
          </p:cNvPr>
          <p:cNvSpPr>
            <a:spLocks xmlns:a="http://schemas.openxmlformats.org/drawingml/2006/main" noGrp="1"/>
          </p:cNvSpPr>
          <p:nvPr/>
        </p:nvSpPr>
        <p:spPr>
          <a:xfrm xmlns:a="http://schemas.openxmlformats.org/drawingml/2006/main" flipH="0">
            <a:off x="9048750" y="3714750"/>
            <a:ext cx="2152650" cy="953"/>
          </a:xfrm>
          <a:prstGeom xmlns:a="http://schemas.openxmlformats.org/drawingml/2006/main" prst="line">
            <a:avLst/>
          </a:prstGeom>
          <a:noFill xmlns:a="http://schemas.openxmlformats.org/drawingml/2006/main"/>
          <a:ln xmlns:a="http://schemas.openxmlformats.org/drawingml/2006/main" w="9525">
            <a:solidFill>
              <a:srgbClr val="4D89B7"/>
            </a:solidFill>
            <a:prstDash val="solid"/>
          </a:ln>
        </p:spPr>
      </p:sp>
      <p:sp>
        <p:nvSpPr>
          <p:cNvPr id="15" name="">
            <a:extLst xmlns:a="http://schemas.openxmlformats.org/drawingml/2006/main">
              <a:ext uri="{FF2B5EF4-FFF2-40B4-BE49-F238E27FC236}">
                <a16:creationId xmlns:a16="http://schemas.microsoft.com/office/drawing/2014/main" id="{78EEBF62-B429-4E2D-9834-FC8C65116F76}"/>
              </a:ext>
            </a:extLst>
          </p:cNvPr>
          <p:cNvSpPr>
            <a:spLocks xmlns:a="http://schemas.openxmlformats.org/drawingml/2006/main" noGrp="1"/>
          </p:cNvSpPr>
          <p:nvPr/>
        </p:nvSpPr>
        <p:spPr>
          <a:xfrm xmlns:a="http://schemas.openxmlformats.org/drawingml/2006/main">
            <a:off x="9048750" y="4029075"/>
            <a:ext cx="114300" cy="114300"/>
          </a:xfrm>
          <a:prstGeom xmlns:a="http://schemas.openxmlformats.org/drawingml/2006/main" prst="ellipse">
            <a:avLst/>
          </a:prstGeom>
          <a:solidFill xmlns:a="http://schemas.openxmlformats.org/drawingml/2006/main">
            <a:srgbClr val="C8F1F1"/>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C4880A5-5025-4582-986A-8BD4F69A3792}"/>
              </a:ext>
            </a:extLst>
          </p:cNvPr>
          <p:cNvSpPr>
            <a:spLocks xmlns:a="http://schemas.openxmlformats.org/drawingml/2006/main" noGrp="1"/>
          </p:cNvSpPr>
          <p:nvPr/>
        </p:nvSpPr>
        <p:spPr>
          <a:xfrm xmlns:a="http://schemas.openxmlformats.org/drawingml/2006/main">
            <a:off x="9277350" y="39719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200" b="0">
                <a:solidFill>
                  <a:srgbClr val="FFFFFF"/>
                </a:solidFill>
                <a:latin typeface="Arial"/>
                <a:ea typeface="Arial"/>
                <a:cs typeface="Arial"/>
              </a:defRPr>
            </a:lvl1pPr>
            <a:lvl2pPr algn="l">
              <a:buNone/>
              <a:defRPr sz="1200" b="0">
                <a:solidFill>
                  <a:srgbClr val="FFFFFF"/>
                </a:solidFill>
                <a:latin typeface="Arial"/>
                <a:ea typeface="Arial"/>
                <a:cs typeface="Arial"/>
              </a:defRPr>
            </a:lvl2pPr>
            <a:lvl3pPr algn="l">
              <a:buNone/>
              <a:defRPr sz="1200" b="0">
                <a:solidFill>
                  <a:srgbClr val="FFFFFF"/>
                </a:solidFill>
                <a:latin typeface="Arial"/>
                <a:ea typeface="Arial"/>
                <a:cs typeface="Arial"/>
              </a:defRPr>
            </a:lvl3pPr>
            <a:lvl4pPr algn="l">
              <a:buNone/>
              <a:defRPr sz="1200" b="0">
                <a:solidFill>
                  <a:srgbClr val="FFFFFF"/>
                </a:solidFill>
                <a:latin typeface="Arial"/>
                <a:ea typeface="Arial"/>
                <a:cs typeface="Arial"/>
              </a:defRPr>
            </a:lvl4pPr>
            <a:lvl5pPr algn="l">
              <a:buNone/>
              <a:defRPr sz="1200" b="0">
                <a:solidFill>
                  <a:srgbClr val="FFFFFF"/>
                </a:solidFill>
                <a:latin typeface="Arial"/>
                <a:ea typeface="Arial"/>
                <a:cs typeface="Arial"/>
              </a:defRPr>
            </a:lvl5pPr>
            <a:lvl6pPr algn="l">
              <a:buNone/>
              <a:defRPr sz="1200" b="0">
                <a:solidFill>
                  <a:srgbClr val="FFFFFF"/>
                </a:solidFill>
                <a:latin typeface="Arial"/>
                <a:ea typeface="Arial"/>
                <a:cs typeface="Arial"/>
              </a:defRPr>
            </a:lvl6pPr>
            <a:lvl7pPr algn="l">
              <a:buNone/>
              <a:defRPr sz="1200" b="0">
                <a:solidFill>
                  <a:srgbClr val="FFFFFF"/>
                </a:solidFill>
                <a:latin typeface="Arial"/>
                <a:ea typeface="Arial"/>
                <a:cs typeface="Arial"/>
              </a:defRPr>
            </a:lvl7pPr>
            <a:lvl8pPr algn="l">
              <a:buNone/>
              <a:defRPr sz="1200" b="0">
                <a:solidFill>
                  <a:srgbClr val="FFFFFF"/>
                </a:solidFill>
                <a:latin typeface="Arial"/>
                <a:ea typeface="Arial"/>
                <a:cs typeface="Arial"/>
              </a:defRPr>
            </a:lvl8pPr>
            <a:lvl9pPr algn="l">
              <a:buNone/>
              <a:defRPr sz="1200" b="0">
                <a:solidFill>
                  <a:srgbClr val="FFFFFF"/>
                </a:solidFill>
                <a:latin typeface="Arial"/>
                <a:ea typeface="Arial"/>
                <a:cs typeface="Arial"/>
              </a:defRPr>
            </a:lvl9pPr>
          </a:lstStyle>
          <a:p xmlns:a="http://schemas.openxmlformats.org/drawingml/2006/main">
            <a:pPr algn="l">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Tỷ lệ đăng ký / điểm danh</a:t>
            </a:r>
          </a:p>
        </p:txBody>
      </p:sp>
      <p:sp>
        <p:nvSpPr>
          <p:cNvPr id="17" name="">
            <a:extLst xmlns:a="http://schemas.openxmlformats.org/drawingml/2006/main">
              <a:ext uri="{FF2B5EF4-FFF2-40B4-BE49-F238E27FC236}">
                <a16:creationId xmlns:a16="http://schemas.microsoft.com/office/drawing/2014/main" id="{0B99F0ED-1D73-4E03-877F-E4F384DDD6FC}"/>
              </a:ext>
            </a:extLst>
          </p:cNvPr>
          <p:cNvSpPr>
            <a:spLocks xmlns:a="http://schemas.openxmlformats.org/drawingml/2006/main" noGrp="1"/>
          </p:cNvSpPr>
          <p:nvPr/>
        </p:nvSpPr>
        <p:spPr>
          <a:xfrm xmlns:a="http://schemas.openxmlformats.org/drawingml/2006/main" flipH="0">
            <a:off x="9048750" y="4438650"/>
            <a:ext cx="2152650" cy="953"/>
          </a:xfrm>
          <a:prstGeom xmlns:a="http://schemas.openxmlformats.org/drawingml/2006/main" prst="line">
            <a:avLst/>
          </a:prstGeom>
          <a:noFill xmlns:a="http://schemas.openxmlformats.org/drawingml/2006/main"/>
          <a:ln xmlns:a="http://schemas.openxmlformats.org/drawingml/2006/main" w="9525">
            <a:solidFill>
              <a:srgbClr val="4D89B7"/>
            </a:solidFill>
            <a:prstDash val="solid"/>
          </a:ln>
        </p:spPr>
      </p:sp>
      <p:sp>
        <p:nvSpPr>
          <p:cNvPr id="18" name="">
            <a:extLst xmlns:a="http://schemas.openxmlformats.org/drawingml/2006/main">
              <a:ext uri="{FF2B5EF4-FFF2-40B4-BE49-F238E27FC236}">
                <a16:creationId xmlns:a16="http://schemas.microsoft.com/office/drawing/2014/main" id="{4FCB8BEB-BE8E-4DF4-A93B-FD82F72FCE00}"/>
              </a:ext>
            </a:extLst>
          </p:cNvPr>
          <p:cNvSpPr>
            <a:spLocks xmlns:a="http://schemas.openxmlformats.org/drawingml/2006/main" noGrp="1"/>
          </p:cNvSpPr>
          <p:nvPr/>
        </p:nvSpPr>
        <p:spPr>
          <a:xfrm xmlns:a="http://schemas.openxmlformats.org/drawingml/2006/main">
            <a:off x="9048750" y="4752975"/>
            <a:ext cx="114300" cy="114300"/>
          </a:xfrm>
          <a:prstGeom xmlns:a="http://schemas.openxmlformats.org/drawingml/2006/main" prst="ellipse">
            <a:avLst/>
          </a:prstGeom>
          <a:solidFill xmlns:a="http://schemas.openxmlformats.org/drawingml/2006/main">
            <a:srgbClr val="C8F1F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21CC7A7-3D5D-48D0-B1FB-364069DDE49C}"/>
              </a:ext>
            </a:extLst>
          </p:cNvPr>
          <p:cNvSpPr>
            <a:spLocks xmlns:a="http://schemas.openxmlformats.org/drawingml/2006/main" noGrp="1"/>
          </p:cNvSpPr>
          <p:nvPr/>
        </p:nvSpPr>
        <p:spPr>
          <a:xfrm xmlns:a="http://schemas.openxmlformats.org/drawingml/2006/main">
            <a:off x="9277350" y="4695825"/>
            <a:ext cx="1885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FFF"/>
                </a:solidFill>
                <a:latin typeface="Arial"/>
                <a:ea typeface="Arial"/>
                <a:cs typeface="Arial"/>
              </a:defRPr>
            </a:defPPr>
            <a:lvl1pPr algn="l">
              <a:buNone/>
              <a:defRPr sz="1200" b="0">
                <a:solidFill>
                  <a:srgbClr val="FFFFFF"/>
                </a:solidFill>
                <a:latin typeface="Arial"/>
                <a:ea typeface="Arial"/>
                <a:cs typeface="Arial"/>
              </a:defRPr>
            </a:lvl1pPr>
            <a:lvl2pPr algn="l">
              <a:buNone/>
              <a:defRPr sz="1200" b="0">
                <a:solidFill>
                  <a:srgbClr val="FFFFFF"/>
                </a:solidFill>
                <a:latin typeface="Arial"/>
                <a:ea typeface="Arial"/>
                <a:cs typeface="Arial"/>
              </a:defRPr>
            </a:lvl2pPr>
            <a:lvl3pPr algn="l">
              <a:buNone/>
              <a:defRPr sz="1200" b="0">
                <a:solidFill>
                  <a:srgbClr val="FFFFFF"/>
                </a:solidFill>
                <a:latin typeface="Arial"/>
                <a:ea typeface="Arial"/>
                <a:cs typeface="Arial"/>
              </a:defRPr>
            </a:lvl3pPr>
            <a:lvl4pPr algn="l">
              <a:buNone/>
              <a:defRPr sz="1200" b="0">
                <a:solidFill>
                  <a:srgbClr val="FFFFFF"/>
                </a:solidFill>
                <a:latin typeface="Arial"/>
                <a:ea typeface="Arial"/>
                <a:cs typeface="Arial"/>
              </a:defRPr>
            </a:lvl4pPr>
            <a:lvl5pPr algn="l">
              <a:buNone/>
              <a:defRPr sz="1200" b="0">
                <a:solidFill>
                  <a:srgbClr val="FFFFFF"/>
                </a:solidFill>
                <a:latin typeface="Arial"/>
                <a:ea typeface="Arial"/>
                <a:cs typeface="Arial"/>
              </a:defRPr>
            </a:lvl5pPr>
            <a:lvl6pPr algn="l">
              <a:buNone/>
              <a:defRPr sz="1200" b="0">
                <a:solidFill>
                  <a:srgbClr val="FFFFFF"/>
                </a:solidFill>
                <a:latin typeface="Arial"/>
                <a:ea typeface="Arial"/>
                <a:cs typeface="Arial"/>
              </a:defRPr>
            </a:lvl6pPr>
            <a:lvl7pPr algn="l">
              <a:buNone/>
              <a:defRPr sz="1200" b="0">
                <a:solidFill>
                  <a:srgbClr val="FFFFFF"/>
                </a:solidFill>
                <a:latin typeface="Arial"/>
                <a:ea typeface="Arial"/>
                <a:cs typeface="Arial"/>
              </a:defRPr>
            </a:lvl7pPr>
            <a:lvl8pPr algn="l">
              <a:buNone/>
              <a:defRPr sz="1200" b="0">
                <a:solidFill>
                  <a:srgbClr val="FFFFFF"/>
                </a:solidFill>
                <a:latin typeface="Arial"/>
                <a:ea typeface="Arial"/>
                <a:cs typeface="Arial"/>
              </a:defRPr>
            </a:lvl8pPr>
            <a:lvl9pPr algn="l">
              <a:buNone/>
              <a:defRPr sz="1200" b="0">
                <a:solidFill>
                  <a:srgbClr val="FFFFFF"/>
                </a:solidFill>
                <a:latin typeface="Arial"/>
                <a:ea typeface="Arial"/>
                <a:cs typeface="Arial"/>
              </a:defRPr>
            </a:lvl9pPr>
          </a:lstStyle>
          <a:p xmlns:a="http://schemas.openxmlformats.org/drawingml/2006/main">
            <a:pPr algn="l">
              <a:lnSpc>
                <a:spcPct val="105000"/>
              </a:lnSpc>
              <a:buNone/>
              <a:defRPr sz="1200" b="0">
                <a:solidFill>
                  <a:srgbClr val="FFFFFF"/>
                </a:solidFill>
                <a:latin typeface="Arial"/>
                <a:ea typeface="Arial"/>
                <a:cs typeface="Arial"/>
              </a:defRPr>
            </a:pPr>
            <a:r>
              <a:rPr sz="1200" b="0">
                <a:solidFill>
                  <a:srgbClr val="FFFFFF"/>
                </a:solidFill>
                <a:latin typeface="Arial"/>
                <a:ea typeface="Arial"/>
                <a:cs typeface="Arial"/>
              </a:rPr>
              <a:t>Thời gian hoàn thiện báo cáo</a:t>
            </a:r>
          </a:p>
        </p:txBody>
      </p:sp>
      <p:sp>
        <p:nvSpPr>
          <p:cNvPr id="20" name="">
            <a:extLst xmlns:a="http://schemas.openxmlformats.org/drawingml/2006/main">
              <a:ext uri="{FF2B5EF4-FFF2-40B4-BE49-F238E27FC236}">
                <a16:creationId xmlns:a16="http://schemas.microsoft.com/office/drawing/2014/main" id="{BD046E5D-4B02-4A17-A23A-194D78D61ABE}"/>
              </a:ext>
            </a:extLst>
          </p:cNvPr>
          <p:cNvSpPr>
            <a:spLocks xmlns:a="http://schemas.openxmlformats.org/drawingml/2006/main" noGrp="1"/>
          </p:cNvSpPr>
          <p:nvPr/>
        </p:nvSpPr>
        <p:spPr>
          <a:xfrm xmlns:a="http://schemas.openxmlformats.org/drawingml/2006/main">
            <a:off x="685800" y="6191250"/>
            <a:ext cx="809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defPPr algn="l">
              <a:defRPr sz="1500" b="1">
                <a:solidFill>
                  <a:srgbClr val="C8F1F1"/>
                </a:solidFill>
                <a:latin typeface="Arial"/>
                <a:ea typeface="Arial"/>
                <a:cs typeface="Arial"/>
              </a:defRPr>
            </a:defPPr>
            <a:lvl1pPr algn="l">
              <a:buNone/>
              <a:defRPr sz="1500" b="1">
                <a:solidFill>
                  <a:srgbClr val="C8F1F1"/>
                </a:solidFill>
                <a:latin typeface="Arial"/>
                <a:ea typeface="Arial"/>
                <a:cs typeface="Arial"/>
              </a:defRPr>
            </a:lvl1pPr>
            <a:lvl2pPr algn="l">
              <a:buNone/>
              <a:defRPr sz="1500" b="1">
                <a:solidFill>
                  <a:srgbClr val="C8F1F1"/>
                </a:solidFill>
                <a:latin typeface="Arial"/>
                <a:ea typeface="Arial"/>
                <a:cs typeface="Arial"/>
              </a:defRPr>
            </a:lvl2pPr>
            <a:lvl3pPr algn="l">
              <a:buNone/>
              <a:defRPr sz="1500" b="1">
                <a:solidFill>
                  <a:srgbClr val="C8F1F1"/>
                </a:solidFill>
                <a:latin typeface="Arial"/>
                <a:ea typeface="Arial"/>
                <a:cs typeface="Arial"/>
              </a:defRPr>
            </a:lvl3pPr>
            <a:lvl4pPr algn="l">
              <a:buNone/>
              <a:defRPr sz="1500" b="1">
                <a:solidFill>
                  <a:srgbClr val="C8F1F1"/>
                </a:solidFill>
                <a:latin typeface="Arial"/>
                <a:ea typeface="Arial"/>
                <a:cs typeface="Arial"/>
              </a:defRPr>
            </a:lvl4pPr>
            <a:lvl5pPr algn="l">
              <a:buNone/>
              <a:defRPr sz="1500" b="1">
                <a:solidFill>
                  <a:srgbClr val="C8F1F1"/>
                </a:solidFill>
                <a:latin typeface="Arial"/>
                <a:ea typeface="Arial"/>
                <a:cs typeface="Arial"/>
              </a:defRPr>
            </a:lvl5pPr>
            <a:lvl6pPr algn="l">
              <a:buNone/>
              <a:defRPr sz="1500" b="1">
                <a:solidFill>
                  <a:srgbClr val="C8F1F1"/>
                </a:solidFill>
                <a:latin typeface="Arial"/>
                <a:ea typeface="Arial"/>
                <a:cs typeface="Arial"/>
              </a:defRPr>
            </a:lvl6pPr>
            <a:lvl7pPr algn="l">
              <a:buNone/>
              <a:defRPr sz="1500" b="1">
                <a:solidFill>
                  <a:srgbClr val="C8F1F1"/>
                </a:solidFill>
                <a:latin typeface="Arial"/>
                <a:ea typeface="Arial"/>
                <a:cs typeface="Arial"/>
              </a:defRPr>
            </a:lvl7pPr>
            <a:lvl8pPr algn="l">
              <a:buNone/>
              <a:defRPr sz="1500" b="1">
                <a:solidFill>
                  <a:srgbClr val="C8F1F1"/>
                </a:solidFill>
                <a:latin typeface="Arial"/>
                <a:ea typeface="Arial"/>
                <a:cs typeface="Arial"/>
              </a:defRPr>
            </a:lvl8pPr>
            <a:lvl9pPr algn="l">
              <a:buNone/>
              <a:defRPr sz="1500" b="1">
                <a:solidFill>
                  <a:srgbClr val="C8F1F1"/>
                </a:solidFill>
                <a:latin typeface="Arial"/>
                <a:ea typeface="Arial"/>
                <a:cs typeface="Arial"/>
              </a:defRPr>
            </a:lvl9pPr>
          </a:lstStyle>
          <a:p xmlns:a="http://schemas.openxmlformats.org/drawingml/2006/main">
            <a:pPr algn="l">
              <a:lnSpc>
                <a:spcPct val="105000"/>
              </a:lnSpc>
              <a:buNone/>
              <a:defRPr sz="1500" b="1">
                <a:solidFill>
                  <a:srgbClr val="C8F1F1"/>
                </a:solidFill>
                <a:latin typeface="Arial"/>
                <a:ea typeface="Arial"/>
                <a:cs typeface="Arial"/>
              </a:defRPr>
            </a:pPr>
            <a:r>
              <a:rPr sz="1500" b="1">
                <a:solidFill>
                  <a:srgbClr val="C8F1F1"/>
                </a:solidFill>
                <a:latin typeface="Arial"/>
                <a:ea typeface="Arial"/>
                <a:cs typeface="Arial"/>
              </a:rPr>
              <a:t>Không chỉ đưa biểu mẫu lên mạng —</a:t>
            </a:r>
          </a:p>
          <a:p xmlns:a="http://schemas.openxmlformats.org/drawingml/2006/main">
            <a:pPr algn="l">
              <a:lnSpc>
                <a:spcPct val="105000"/>
              </a:lnSpc>
              <a:buNone/>
              <a:defRPr sz="1500" b="1">
                <a:solidFill>
                  <a:srgbClr val="C8F1F1"/>
                </a:solidFill>
                <a:latin typeface="Arial"/>
                <a:ea typeface="Arial"/>
                <a:cs typeface="Arial"/>
              </a:defRPr>
            </a:pPr>
            <a:r>
              <a:rPr sz="1500" b="1">
                <a:solidFill>
                  <a:srgbClr val="C8F1F1"/>
                </a:solidFill>
                <a:latin typeface="Arial"/>
                <a:ea typeface="Arial"/>
                <a:cs typeface="Arial"/>
              </a:rPr>
              <a:t>mà kết nối toàn bộ quy trình tổ chức.</a:t>
            </a:r>
          </a:p>
        </p:txBody>
      </p:sp>
    </p:spTree>
    <p:extLst>
      <p:ext uri="{BB962C8B-B14F-4D97-AF65-F5344CB8AC3E}">
        <p14:creationId xmlns:p14="http://schemas.microsoft.com/office/powerpoint/2010/main" val="11423677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2026-10-29T03:21:37.1070000Z</dcterms:created>
  <dcterms:modified xsi:type="dcterms:W3CDTF">2026-10-29T03:21:37.1080000Z</dcterms:modified>
</coreProperties>
</file>